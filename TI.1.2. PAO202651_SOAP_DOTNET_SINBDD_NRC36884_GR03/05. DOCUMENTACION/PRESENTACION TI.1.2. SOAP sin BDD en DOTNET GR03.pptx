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7" r:id="rId17"/>
    <p:sldId id="279" r:id="rId18"/>
    <p:sldId id="280" r:id="rId19"/>
    <p:sldId id="262" r:id="rId20"/>
    <p:sldId id="263" r:id="rId21"/>
    <p:sldId id="261" r:id="rId22"/>
    <p:sldId id="281" r:id="rId23"/>
    <p:sldId id="282" r:id="rId24"/>
    <p:sldId id="283" r:id="rId25"/>
    <p:sldId id="285" r:id="rId26"/>
    <p:sldId id="289" r:id="rId27"/>
    <p:sldId id="290" r:id="rId28"/>
    <p:sldId id="291" r:id="rId29"/>
    <p:sldId id="294" r:id="rId30"/>
    <p:sldId id="295" r:id="rId31"/>
    <p:sldId id="302" r:id="rId32"/>
    <p:sldId id="307" r:id="rId33"/>
    <p:sldId id="309" r:id="rId34"/>
    <p:sldId id="313" r:id="rId35"/>
    <p:sldId id="314" r:id="rId36"/>
    <p:sldId id="315" r:id="rId37"/>
    <p:sldId id="292" r:id="rId38"/>
    <p:sldId id="316" r:id="rId39"/>
    <p:sldId id="319" r:id="rId40"/>
    <p:sldId id="320" r:id="rId41"/>
    <p:sldId id="321" r:id="rId42"/>
    <p:sldId id="293" r:id="rId43"/>
    <p:sldId id="322" r:id="rId44"/>
    <p:sldId id="323" r:id="rId45"/>
    <p:sldId id="325" r:id="rId46"/>
    <p:sldId id="328" r:id="rId47"/>
    <p:sldId id="329" r:id="rId48"/>
  </p:sldIdLst>
  <p:sldSz cx="12192000" cy="6858000"/>
  <p:notesSz cx="6858000" cy="9144000"/>
  <p:embeddedFontLst>
    <p:embeddedFont>
      <p:font typeface="Cambria" panose="02040503050406030204" pitchFamily="18" charset="0"/>
      <p:regular r:id="rId50"/>
      <p:bold r:id="rId51"/>
      <p:italic r:id="rId52"/>
      <p:boldItalic r:id="rId53"/>
    </p:embeddedFont>
    <p:embeddedFont>
      <p:font typeface="Gill Sans" panose="020B060402020202020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2CA36-028C-4784-BD46-4D9F5ACA4992}" v="23" dt="2026-10-28T13:16:02.974"/>
  </p1510:revLst>
</p1510:revInfo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Hernandez" userId="cb17c3717ba58132" providerId="LiveId" clId="{C654AD1A-6446-42C3-8356-B812B5FDD068}"/>
    <pc:docChg chg="undo custSel delSld modSld">
      <pc:chgData name="Carlos Hernandez" userId="cb17c3717ba58132" providerId="LiveId" clId="{C654AD1A-6446-42C3-8356-B812B5FDD068}" dt="2026-10-28T13:16:08.267" v="153" actId="1076"/>
      <pc:docMkLst>
        <pc:docMk/>
      </pc:docMkLst>
      <pc:sldChg chg="addSp delSp modSp mod">
        <pc:chgData name="Carlos Hernandez" userId="cb17c3717ba58132" providerId="LiveId" clId="{C654AD1A-6446-42C3-8356-B812B5FDD068}" dt="2026-10-28T12:39:41.584" v="2" actId="1076"/>
        <pc:sldMkLst>
          <pc:docMk/>
          <pc:sldMk cId="0" sldId="259"/>
        </pc:sldMkLst>
        <pc:spChg chg="del">
          <ac:chgData name="Carlos Hernandez" userId="cb17c3717ba58132" providerId="LiveId" clId="{C654AD1A-6446-42C3-8356-B812B5FDD068}" dt="2026-10-28T12:39:38.086" v="0" actId="478"/>
          <ac:spMkLst>
            <pc:docMk/>
            <pc:sldMk cId="0" sldId="259"/>
            <ac:spMk id="2" creationId="{3764EFFE-9785-9C64-B384-2C7E08096CAC}"/>
          </ac:spMkLst>
        </pc:spChg>
        <pc:picChg chg="add mod">
          <ac:chgData name="Carlos Hernandez" userId="cb17c3717ba58132" providerId="LiveId" clId="{C654AD1A-6446-42C3-8356-B812B5FDD068}" dt="2026-10-28T12:39:41.584" v="2" actId="1076"/>
          <ac:picMkLst>
            <pc:docMk/>
            <pc:sldMk cId="0" sldId="259"/>
            <ac:picMk id="3" creationId="{1886568B-056F-2917-1044-A040401EABEA}"/>
          </ac:picMkLst>
        </pc:picChg>
      </pc:sldChg>
      <pc:sldChg chg="addSp delSp modSp mod">
        <pc:chgData name="Carlos Hernandez" userId="cb17c3717ba58132" providerId="LiveId" clId="{C654AD1A-6446-42C3-8356-B812B5FDD068}" dt="2026-10-28T12:41:31.615" v="11" actId="1076"/>
        <pc:sldMkLst>
          <pc:docMk/>
          <pc:sldMk cId="0" sldId="260"/>
        </pc:sldMkLst>
        <pc:spChg chg="del">
          <ac:chgData name="Carlos Hernandez" userId="cb17c3717ba58132" providerId="LiveId" clId="{C654AD1A-6446-42C3-8356-B812B5FDD068}" dt="2026-10-28T12:41:23.900" v="5" actId="478"/>
          <ac:spMkLst>
            <pc:docMk/>
            <pc:sldMk cId="0" sldId="260"/>
            <ac:spMk id="2" creationId="{36546152-D3C6-9449-85EF-AC404917E352}"/>
          </ac:spMkLst>
        </pc:spChg>
        <pc:picChg chg="add mod">
          <ac:chgData name="Carlos Hernandez" userId="cb17c3717ba58132" providerId="LiveId" clId="{C654AD1A-6446-42C3-8356-B812B5FDD068}" dt="2026-10-28T12:41:22.683" v="4"/>
          <ac:picMkLst>
            <pc:docMk/>
            <pc:sldMk cId="0" sldId="260"/>
            <ac:picMk id="3" creationId="{2837B1AE-966F-E162-B65C-978A60AEA926}"/>
          </ac:picMkLst>
        </pc:picChg>
        <pc:picChg chg="add mod">
          <ac:chgData name="Carlos Hernandez" userId="cb17c3717ba58132" providerId="LiveId" clId="{C654AD1A-6446-42C3-8356-B812B5FDD068}" dt="2026-10-28T12:41:31.615" v="11" actId="1076"/>
          <ac:picMkLst>
            <pc:docMk/>
            <pc:sldMk cId="0" sldId="260"/>
            <ac:picMk id="4" creationId="{F646B0A2-2480-66A2-6407-EAAD700C981E}"/>
          </ac:picMkLst>
        </pc:picChg>
      </pc:sldChg>
      <pc:sldChg chg="addSp delSp modSp mod">
        <pc:chgData name="Carlos Hernandez" userId="cb17c3717ba58132" providerId="LiveId" clId="{C654AD1A-6446-42C3-8356-B812B5FDD068}" dt="2026-10-28T13:01:07.616" v="60" actId="1076"/>
        <pc:sldMkLst>
          <pc:docMk/>
          <pc:sldMk cId="0" sldId="261"/>
        </pc:sldMkLst>
        <pc:spChg chg="del">
          <ac:chgData name="Carlos Hernandez" userId="cb17c3717ba58132" providerId="LiveId" clId="{C654AD1A-6446-42C3-8356-B812B5FDD068}" dt="2026-10-28T13:00:50.915" v="53" actId="478"/>
          <ac:spMkLst>
            <pc:docMk/>
            <pc:sldMk cId="0" sldId="261"/>
            <ac:spMk id="2" creationId="{B64FC395-2ADC-E614-8A05-C6C5FE1719AC}"/>
          </ac:spMkLst>
        </pc:spChg>
        <pc:spChg chg="add del">
          <ac:chgData name="Carlos Hernandez" userId="cb17c3717ba58132" providerId="LiveId" clId="{C654AD1A-6446-42C3-8356-B812B5FDD068}" dt="2026-10-28T13:00:51.895" v="55" actId="22"/>
          <ac:spMkLst>
            <pc:docMk/>
            <pc:sldMk cId="0" sldId="261"/>
            <ac:spMk id="4" creationId="{B2414177-2AFB-EC2C-1B67-A652B24E5683}"/>
          </ac:spMkLst>
        </pc:spChg>
        <pc:picChg chg="add mod">
          <ac:chgData name="Carlos Hernandez" userId="cb17c3717ba58132" providerId="LiveId" clId="{C654AD1A-6446-42C3-8356-B812B5FDD068}" dt="2026-10-28T13:01:07.616" v="60" actId="1076"/>
          <ac:picMkLst>
            <pc:docMk/>
            <pc:sldMk cId="0" sldId="261"/>
            <ac:picMk id="6" creationId="{C4D7BB09-C850-0A26-3F9C-1B58BB483822}"/>
          </ac:picMkLst>
        </pc:picChg>
      </pc:sldChg>
      <pc:sldChg chg="addSp delSp modSp mod">
        <pc:chgData name="Carlos Hernandez" userId="cb17c3717ba58132" providerId="LiveId" clId="{C654AD1A-6446-42C3-8356-B812B5FDD068}" dt="2026-10-28T12:51:45.743" v="46" actId="14100"/>
        <pc:sldMkLst>
          <pc:docMk/>
          <pc:sldMk cId="0" sldId="262"/>
        </pc:sldMkLst>
        <pc:spChg chg="del">
          <ac:chgData name="Carlos Hernandez" userId="cb17c3717ba58132" providerId="LiveId" clId="{C654AD1A-6446-42C3-8356-B812B5FDD068}" dt="2026-10-28T12:51:39.592" v="42" actId="478"/>
          <ac:spMkLst>
            <pc:docMk/>
            <pc:sldMk cId="0" sldId="262"/>
            <ac:spMk id="2" creationId="{C58DD436-80EF-DA7A-7F82-E6290DD84E18}"/>
          </ac:spMkLst>
        </pc:spChg>
        <pc:picChg chg="add mod">
          <ac:chgData name="Carlos Hernandez" userId="cb17c3717ba58132" providerId="LiveId" clId="{C654AD1A-6446-42C3-8356-B812B5FDD068}" dt="2026-10-28T12:51:45.743" v="46" actId="14100"/>
          <ac:picMkLst>
            <pc:docMk/>
            <pc:sldMk cId="0" sldId="262"/>
            <ac:picMk id="4" creationId="{0C0C7343-CD31-8A90-97A6-8701ADEDBC77}"/>
          </ac:picMkLst>
        </pc:picChg>
      </pc:sldChg>
      <pc:sldChg chg="addSp delSp modSp mod">
        <pc:chgData name="Carlos Hernandez" userId="cb17c3717ba58132" providerId="LiveId" clId="{C654AD1A-6446-42C3-8356-B812B5FDD068}" dt="2026-10-28T13:00:39.616" v="52" actId="1076"/>
        <pc:sldMkLst>
          <pc:docMk/>
          <pc:sldMk cId="0" sldId="263"/>
        </pc:sldMkLst>
        <pc:spChg chg="del mod">
          <ac:chgData name="Carlos Hernandez" userId="cb17c3717ba58132" providerId="LiveId" clId="{C654AD1A-6446-42C3-8356-B812B5FDD068}" dt="2026-10-28T12:56:29.049" v="48" actId="478"/>
          <ac:spMkLst>
            <pc:docMk/>
            <pc:sldMk cId="0" sldId="263"/>
            <ac:spMk id="2" creationId="{AF4DDC49-74F8-3D63-4217-FC94432C31CE}"/>
          </ac:spMkLst>
        </pc:spChg>
        <pc:spChg chg="del">
          <ac:chgData name="Carlos Hernandez" userId="cb17c3717ba58132" providerId="LiveId" clId="{C654AD1A-6446-42C3-8356-B812B5FDD068}" dt="2026-10-28T13:00:38.031" v="51" actId="478"/>
          <ac:spMkLst>
            <pc:docMk/>
            <pc:sldMk cId="0" sldId="263"/>
            <ac:spMk id="3" creationId="{D99334BC-C411-95CE-A8BE-FEA839BCFED4}"/>
          </ac:spMkLst>
        </pc:spChg>
        <pc:picChg chg="add mod">
          <ac:chgData name="Carlos Hernandez" userId="cb17c3717ba58132" providerId="LiveId" clId="{C654AD1A-6446-42C3-8356-B812B5FDD068}" dt="2026-10-28T13:00:39.616" v="52" actId="1076"/>
          <ac:picMkLst>
            <pc:docMk/>
            <pc:sldMk cId="0" sldId="263"/>
            <ac:picMk id="5" creationId="{975340DC-CE8F-BC13-266F-DC71AC4B3C9B}"/>
          </ac:picMkLst>
        </pc:picChg>
      </pc:sldChg>
      <pc:sldChg chg="addSp delSp modSp mod">
        <pc:chgData name="Carlos Hernandez" userId="cb17c3717ba58132" providerId="LiveId" clId="{C654AD1A-6446-42C3-8356-B812B5FDD068}" dt="2026-10-28T12:41:58.812" v="16" actId="1076"/>
        <pc:sldMkLst>
          <pc:docMk/>
          <pc:sldMk cId="0" sldId="264"/>
        </pc:sldMkLst>
        <pc:spChg chg="del">
          <ac:chgData name="Carlos Hernandez" userId="cb17c3717ba58132" providerId="LiveId" clId="{C654AD1A-6446-42C3-8356-B812B5FDD068}" dt="2026-10-28T12:41:53.371" v="13" actId="478"/>
          <ac:spMkLst>
            <pc:docMk/>
            <pc:sldMk cId="0" sldId="264"/>
            <ac:spMk id="2" creationId="{22901A7E-8D2C-C7FC-5385-5482A18D954D}"/>
          </ac:spMkLst>
        </pc:spChg>
        <pc:picChg chg="add mod">
          <ac:chgData name="Carlos Hernandez" userId="cb17c3717ba58132" providerId="LiveId" clId="{C654AD1A-6446-42C3-8356-B812B5FDD068}" dt="2026-10-28T12:41:58.812" v="16" actId="1076"/>
          <ac:picMkLst>
            <pc:docMk/>
            <pc:sldMk cId="0" sldId="264"/>
            <ac:picMk id="3" creationId="{8A325C47-F649-CCD0-915C-6A634DFE5E8A}"/>
          </ac:picMkLst>
        </pc:picChg>
      </pc:sldChg>
      <pc:sldChg chg="addSp delSp modSp mod">
        <pc:chgData name="Carlos Hernandez" userId="cb17c3717ba58132" providerId="LiveId" clId="{C654AD1A-6446-42C3-8356-B812B5FDD068}" dt="2026-10-28T12:42:44.014" v="24" actId="1076"/>
        <pc:sldMkLst>
          <pc:docMk/>
          <pc:sldMk cId="0" sldId="265"/>
        </pc:sldMkLst>
        <pc:spChg chg="del">
          <ac:chgData name="Carlos Hernandez" userId="cb17c3717ba58132" providerId="LiveId" clId="{C654AD1A-6446-42C3-8356-B812B5FDD068}" dt="2026-10-28T12:42:34.994" v="17" actId="478"/>
          <ac:spMkLst>
            <pc:docMk/>
            <pc:sldMk cId="0" sldId="265"/>
            <ac:spMk id="2" creationId="{59B46E45-BA1E-6ACC-E0F5-C06A90DE4E67}"/>
          </ac:spMkLst>
        </pc:spChg>
        <pc:spChg chg="del">
          <ac:chgData name="Carlos Hernandez" userId="cb17c3717ba58132" providerId="LiveId" clId="{C654AD1A-6446-42C3-8356-B812B5FDD068}" dt="2026-10-28T12:42:36.451" v="18" actId="478"/>
          <ac:spMkLst>
            <pc:docMk/>
            <pc:sldMk cId="0" sldId="265"/>
            <ac:spMk id="3" creationId="{848CB9F9-EF9A-9C2B-9FC6-D94ED0EF852C}"/>
          </ac:spMkLst>
        </pc:spChg>
        <pc:picChg chg="add mod">
          <ac:chgData name="Carlos Hernandez" userId="cb17c3717ba58132" providerId="LiveId" clId="{C654AD1A-6446-42C3-8356-B812B5FDD068}" dt="2026-10-28T12:42:44.014" v="24" actId="1076"/>
          <ac:picMkLst>
            <pc:docMk/>
            <pc:sldMk cId="0" sldId="265"/>
            <ac:picMk id="4" creationId="{659B6311-A189-9C9A-7BE1-21689531FC94}"/>
          </ac:picMkLst>
        </pc:picChg>
      </pc:sldChg>
      <pc:sldChg chg="addSp delSp modSp mod">
        <pc:chgData name="Carlos Hernandez" userId="cb17c3717ba58132" providerId="LiveId" clId="{C654AD1A-6446-42C3-8356-B812B5FDD068}" dt="2026-10-28T12:47:01.451" v="29" actId="1076"/>
        <pc:sldMkLst>
          <pc:docMk/>
          <pc:sldMk cId="0" sldId="270"/>
        </pc:sldMkLst>
        <pc:spChg chg="del">
          <ac:chgData name="Carlos Hernandez" userId="cb17c3717ba58132" providerId="LiveId" clId="{C654AD1A-6446-42C3-8356-B812B5FDD068}" dt="2026-10-28T12:46:55.356" v="25" actId="478"/>
          <ac:spMkLst>
            <pc:docMk/>
            <pc:sldMk cId="0" sldId="270"/>
            <ac:spMk id="2" creationId="{244A63F9-6999-7F02-1A52-F5F9ACAEAB21}"/>
          </ac:spMkLst>
        </pc:spChg>
        <pc:picChg chg="add mod">
          <ac:chgData name="Carlos Hernandez" userId="cb17c3717ba58132" providerId="LiveId" clId="{C654AD1A-6446-42C3-8356-B812B5FDD068}" dt="2026-10-28T12:47:01.451" v="29" actId="1076"/>
          <ac:picMkLst>
            <pc:docMk/>
            <pc:sldMk cId="0" sldId="270"/>
            <ac:picMk id="4" creationId="{BB255E60-B95E-3FE3-1A01-E8F6DCED922A}"/>
          </ac:picMkLst>
        </pc:picChg>
      </pc:sldChg>
      <pc:sldChg chg="addSp delSp modSp mod">
        <pc:chgData name="Carlos Hernandez" userId="cb17c3717ba58132" providerId="LiveId" clId="{C654AD1A-6446-42C3-8356-B812B5FDD068}" dt="2026-10-28T12:47:52.990" v="35" actId="1076"/>
        <pc:sldMkLst>
          <pc:docMk/>
          <pc:sldMk cId="0" sldId="271"/>
        </pc:sldMkLst>
        <pc:spChg chg="del mod">
          <ac:chgData name="Carlos Hernandez" userId="cb17c3717ba58132" providerId="LiveId" clId="{C654AD1A-6446-42C3-8356-B812B5FDD068}" dt="2026-10-28T12:47:44.557" v="31" actId="478"/>
          <ac:spMkLst>
            <pc:docMk/>
            <pc:sldMk cId="0" sldId="271"/>
            <ac:spMk id="2" creationId="{27744FA9-7880-370A-54BF-3112F04B6910}"/>
          </ac:spMkLst>
        </pc:spChg>
        <pc:picChg chg="add mod">
          <ac:chgData name="Carlos Hernandez" userId="cb17c3717ba58132" providerId="LiveId" clId="{C654AD1A-6446-42C3-8356-B812B5FDD068}" dt="2026-10-28T12:47:52.990" v="35" actId="1076"/>
          <ac:picMkLst>
            <pc:docMk/>
            <pc:sldMk cId="0" sldId="271"/>
            <ac:picMk id="4" creationId="{5F162BC3-E8E1-EEA0-B633-FA40FAA7A9BB}"/>
          </ac:picMkLst>
        </pc:picChg>
      </pc:sldChg>
      <pc:sldChg chg="addSp delSp modSp mod">
        <pc:chgData name="Carlos Hernandez" userId="cb17c3717ba58132" providerId="LiveId" clId="{C654AD1A-6446-42C3-8356-B812B5FDD068}" dt="2026-10-28T12:49:38.150" v="41" actId="14100"/>
        <pc:sldMkLst>
          <pc:docMk/>
          <pc:sldMk cId="0" sldId="280"/>
        </pc:sldMkLst>
        <pc:spChg chg="del">
          <ac:chgData name="Carlos Hernandez" userId="cb17c3717ba58132" providerId="LiveId" clId="{C654AD1A-6446-42C3-8356-B812B5FDD068}" dt="2026-10-28T12:49:27.739" v="36" actId="478"/>
          <ac:spMkLst>
            <pc:docMk/>
            <pc:sldMk cId="0" sldId="280"/>
            <ac:spMk id="2" creationId="{D656958C-F02F-09E1-A6CC-E9F103844995}"/>
          </ac:spMkLst>
        </pc:spChg>
        <pc:picChg chg="add mod">
          <ac:chgData name="Carlos Hernandez" userId="cb17c3717ba58132" providerId="LiveId" clId="{C654AD1A-6446-42C3-8356-B812B5FDD068}" dt="2026-10-28T12:49:38.150" v="41" actId="14100"/>
          <ac:picMkLst>
            <pc:docMk/>
            <pc:sldMk cId="0" sldId="280"/>
            <ac:picMk id="3" creationId="{757BA6F7-9E50-6A56-297D-0EB0924505D8}"/>
          </ac:picMkLst>
        </pc:picChg>
      </pc:sldChg>
      <pc:sldChg chg="addSp delSp modSp mod">
        <pc:chgData name="Carlos Hernandez" userId="cb17c3717ba58132" providerId="LiveId" clId="{C654AD1A-6446-42C3-8356-B812B5FDD068}" dt="2026-10-28T13:01:48.133" v="68" actId="1076"/>
        <pc:sldMkLst>
          <pc:docMk/>
          <pc:sldMk cId="0" sldId="281"/>
        </pc:sldMkLst>
        <pc:spChg chg="del">
          <ac:chgData name="Carlos Hernandez" userId="cb17c3717ba58132" providerId="LiveId" clId="{C654AD1A-6446-42C3-8356-B812B5FDD068}" dt="2026-10-28T13:01:28.924" v="61" actId="478"/>
          <ac:spMkLst>
            <pc:docMk/>
            <pc:sldMk cId="0" sldId="281"/>
            <ac:spMk id="2" creationId="{1834D782-F7C6-787C-DD07-E98E226BDB76}"/>
          </ac:spMkLst>
        </pc:spChg>
        <pc:spChg chg="del">
          <ac:chgData name="Carlos Hernandez" userId="cb17c3717ba58132" providerId="LiveId" clId="{C654AD1A-6446-42C3-8356-B812B5FDD068}" dt="2026-10-28T13:01:34.974" v="64" actId="478"/>
          <ac:spMkLst>
            <pc:docMk/>
            <pc:sldMk cId="0" sldId="281"/>
            <ac:spMk id="3" creationId="{E11A1496-9EC0-7554-FB32-6CA5F1739C6E}"/>
          </ac:spMkLst>
        </pc:spChg>
        <pc:picChg chg="add mod">
          <ac:chgData name="Carlos Hernandez" userId="cb17c3717ba58132" providerId="LiveId" clId="{C654AD1A-6446-42C3-8356-B812B5FDD068}" dt="2026-10-28T13:01:31.358" v="63" actId="1076"/>
          <ac:picMkLst>
            <pc:docMk/>
            <pc:sldMk cId="0" sldId="281"/>
            <ac:picMk id="4" creationId="{85BEFF67-41DF-D8E1-BF57-824CBBB00886}"/>
          </ac:picMkLst>
        </pc:picChg>
        <pc:picChg chg="add mod modCrop">
          <ac:chgData name="Carlos Hernandez" userId="cb17c3717ba58132" providerId="LiveId" clId="{C654AD1A-6446-42C3-8356-B812B5FDD068}" dt="2026-10-28T13:01:48.133" v="68" actId="1076"/>
          <ac:picMkLst>
            <pc:docMk/>
            <pc:sldMk cId="0" sldId="281"/>
            <ac:picMk id="5" creationId="{AC23C21F-1FC5-F8E3-E486-0BD0CAF91C14}"/>
          </ac:picMkLst>
        </pc:picChg>
      </pc:sldChg>
      <pc:sldChg chg="addSp delSp modSp mod">
        <pc:chgData name="Carlos Hernandez" userId="cb17c3717ba58132" providerId="LiveId" clId="{C654AD1A-6446-42C3-8356-B812B5FDD068}" dt="2026-10-28T13:02:10.043" v="73" actId="1076"/>
        <pc:sldMkLst>
          <pc:docMk/>
          <pc:sldMk cId="0" sldId="282"/>
        </pc:sldMkLst>
        <pc:spChg chg="del">
          <ac:chgData name="Carlos Hernandez" userId="cb17c3717ba58132" providerId="LiveId" clId="{C654AD1A-6446-42C3-8356-B812B5FDD068}" dt="2026-10-28T13:02:03.655" v="69" actId="478"/>
          <ac:spMkLst>
            <pc:docMk/>
            <pc:sldMk cId="0" sldId="282"/>
            <ac:spMk id="2" creationId="{584F9185-048A-D947-83A3-2C0D72B89FD4}"/>
          </ac:spMkLst>
        </pc:spChg>
        <pc:picChg chg="add mod">
          <ac:chgData name="Carlos Hernandez" userId="cb17c3717ba58132" providerId="LiveId" clId="{C654AD1A-6446-42C3-8356-B812B5FDD068}" dt="2026-10-28T13:02:10.043" v="73" actId="1076"/>
          <ac:picMkLst>
            <pc:docMk/>
            <pc:sldMk cId="0" sldId="282"/>
            <ac:picMk id="3" creationId="{B5DFD3AF-B7CF-577E-C525-1A8A1B632331}"/>
          </ac:picMkLst>
        </pc:picChg>
      </pc:sldChg>
      <pc:sldChg chg="addSp delSp modSp mod">
        <pc:chgData name="Carlos Hernandez" userId="cb17c3717ba58132" providerId="LiveId" clId="{C654AD1A-6446-42C3-8356-B812B5FDD068}" dt="2026-10-28T13:03:05.912" v="81" actId="1036"/>
        <pc:sldMkLst>
          <pc:docMk/>
          <pc:sldMk cId="0" sldId="289"/>
        </pc:sldMkLst>
        <pc:spChg chg="del">
          <ac:chgData name="Carlos Hernandez" userId="cb17c3717ba58132" providerId="LiveId" clId="{C654AD1A-6446-42C3-8356-B812B5FDD068}" dt="2026-10-28T13:02:37.562" v="74" actId="478"/>
          <ac:spMkLst>
            <pc:docMk/>
            <pc:sldMk cId="0" sldId="289"/>
            <ac:spMk id="2" creationId="{162894D2-A461-68A1-45C7-77A81EDF2204}"/>
          </ac:spMkLst>
        </pc:spChg>
        <pc:picChg chg="add mod">
          <ac:chgData name="Carlos Hernandez" userId="cb17c3717ba58132" providerId="LiveId" clId="{C654AD1A-6446-42C3-8356-B812B5FDD068}" dt="2026-10-28T13:03:05.912" v="81" actId="1036"/>
          <ac:picMkLst>
            <pc:docMk/>
            <pc:sldMk cId="0" sldId="289"/>
            <ac:picMk id="3" creationId="{C6F3752D-09D6-DD61-174D-FFD7C0191A1B}"/>
          </ac:picMkLst>
        </pc:picChg>
      </pc:sldChg>
      <pc:sldChg chg="addSp delSp modSp mod">
        <pc:chgData name="Carlos Hernandez" userId="cb17c3717ba58132" providerId="LiveId" clId="{C654AD1A-6446-42C3-8356-B812B5FDD068}" dt="2026-10-28T13:04:26.816" v="86" actId="1076"/>
        <pc:sldMkLst>
          <pc:docMk/>
          <pc:sldMk cId="0" sldId="290"/>
        </pc:sldMkLst>
        <pc:spChg chg="del">
          <ac:chgData name="Carlos Hernandez" userId="cb17c3717ba58132" providerId="LiveId" clId="{C654AD1A-6446-42C3-8356-B812B5FDD068}" dt="2026-10-28T13:04:22.774" v="82" actId="478"/>
          <ac:spMkLst>
            <pc:docMk/>
            <pc:sldMk cId="0" sldId="290"/>
            <ac:spMk id="2" creationId="{6A7DF466-71B2-17FC-0A27-1E7786855163}"/>
          </ac:spMkLst>
        </pc:spChg>
        <pc:picChg chg="add mod">
          <ac:chgData name="Carlos Hernandez" userId="cb17c3717ba58132" providerId="LiveId" clId="{C654AD1A-6446-42C3-8356-B812B5FDD068}" dt="2026-10-28T13:04:26.816" v="86" actId="1076"/>
          <ac:picMkLst>
            <pc:docMk/>
            <pc:sldMk cId="0" sldId="290"/>
            <ac:picMk id="3" creationId="{78E1653B-6D29-46D0-CB26-8E278EDC4823}"/>
          </ac:picMkLst>
        </pc:picChg>
      </pc:sldChg>
      <pc:sldChg chg="addSp delSp modSp mod">
        <pc:chgData name="Carlos Hernandez" userId="cb17c3717ba58132" providerId="LiveId" clId="{C654AD1A-6446-42C3-8356-B812B5FDD068}" dt="2026-10-28T13:04:53.065" v="91" actId="1076"/>
        <pc:sldMkLst>
          <pc:docMk/>
          <pc:sldMk cId="0" sldId="291"/>
        </pc:sldMkLst>
        <pc:spChg chg="del">
          <ac:chgData name="Carlos Hernandez" userId="cb17c3717ba58132" providerId="LiveId" clId="{C654AD1A-6446-42C3-8356-B812B5FDD068}" dt="2026-10-28T13:04:36.460" v="87" actId="478"/>
          <ac:spMkLst>
            <pc:docMk/>
            <pc:sldMk cId="0" sldId="291"/>
            <ac:spMk id="2" creationId="{BEB5146A-8350-071C-609B-7E5E6D29A87E}"/>
          </ac:spMkLst>
        </pc:spChg>
        <pc:spChg chg="del">
          <ac:chgData name="Carlos Hernandez" userId="cb17c3717ba58132" providerId="LiveId" clId="{C654AD1A-6446-42C3-8356-B812B5FDD068}" dt="2026-10-28T13:04:36.805" v="88" actId="478"/>
          <ac:spMkLst>
            <pc:docMk/>
            <pc:sldMk cId="0" sldId="291"/>
            <ac:spMk id="3" creationId="{369662D7-3D47-ED06-6516-8F0E868307C1}"/>
          </ac:spMkLst>
        </pc:spChg>
        <pc:picChg chg="add mod">
          <ac:chgData name="Carlos Hernandez" userId="cb17c3717ba58132" providerId="LiveId" clId="{C654AD1A-6446-42C3-8356-B812B5FDD068}" dt="2026-10-28T13:04:53.065" v="91" actId="1076"/>
          <ac:picMkLst>
            <pc:docMk/>
            <pc:sldMk cId="0" sldId="291"/>
            <ac:picMk id="4" creationId="{D3805BB7-FD6F-8491-A8DC-AFBFA5680D4F}"/>
          </ac:picMkLst>
        </pc:picChg>
      </pc:sldChg>
      <pc:sldChg chg="addSp delSp modSp mod">
        <pc:chgData name="Carlos Hernandez" userId="cb17c3717ba58132" providerId="LiveId" clId="{C654AD1A-6446-42C3-8356-B812B5FDD068}" dt="2026-10-28T13:14:26.452" v="128" actId="1076"/>
        <pc:sldMkLst>
          <pc:docMk/>
          <pc:sldMk cId="0" sldId="292"/>
        </pc:sldMkLst>
        <pc:spChg chg="del">
          <ac:chgData name="Carlos Hernandez" userId="cb17c3717ba58132" providerId="LiveId" clId="{C654AD1A-6446-42C3-8356-B812B5FDD068}" dt="2026-10-28T13:13:44.283" v="123" actId="478"/>
          <ac:spMkLst>
            <pc:docMk/>
            <pc:sldMk cId="0" sldId="292"/>
            <ac:spMk id="2" creationId="{292A8582-012F-3FE1-208B-F137E1156ED0}"/>
          </ac:spMkLst>
        </pc:spChg>
        <pc:spChg chg="del">
          <ac:chgData name="Carlos Hernandez" userId="cb17c3717ba58132" providerId="LiveId" clId="{C654AD1A-6446-42C3-8356-B812B5FDD068}" dt="2026-10-28T13:13:44.827" v="124" actId="478"/>
          <ac:spMkLst>
            <pc:docMk/>
            <pc:sldMk cId="0" sldId="292"/>
            <ac:spMk id="3" creationId="{C237A891-12E2-BAD1-69A5-3B86DC190521}"/>
          </ac:spMkLst>
        </pc:spChg>
        <pc:picChg chg="add mod">
          <ac:chgData name="Carlos Hernandez" userId="cb17c3717ba58132" providerId="LiveId" clId="{C654AD1A-6446-42C3-8356-B812B5FDD068}" dt="2026-10-28T13:14:26.452" v="128" actId="1076"/>
          <ac:picMkLst>
            <pc:docMk/>
            <pc:sldMk cId="0" sldId="292"/>
            <ac:picMk id="4" creationId="{923AF209-1628-4B24-D848-D2F40E0F77D4}"/>
          </ac:picMkLst>
        </pc:picChg>
      </pc:sldChg>
      <pc:sldChg chg="addSp delSp mod">
        <pc:chgData name="Carlos Hernandez" userId="cb17c3717ba58132" providerId="LiveId" clId="{C654AD1A-6446-42C3-8356-B812B5FDD068}" dt="2026-10-28T13:15:44.653" v="146" actId="22"/>
        <pc:sldMkLst>
          <pc:docMk/>
          <pc:sldMk cId="0" sldId="293"/>
        </pc:sldMkLst>
        <pc:spChg chg="del">
          <ac:chgData name="Carlos Hernandez" userId="cb17c3717ba58132" providerId="LiveId" clId="{C654AD1A-6446-42C3-8356-B812B5FDD068}" dt="2026-10-28T13:15:36.526" v="144" actId="478"/>
          <ac:spMkLst>
            <pc:docMk/>
            <pc:sldMk cId="0" sldId="293"/>
            <ac:spMk id="2" creationId="{947867E5-A6E3-DD0A-7223-F2F8F162B75E}"/>
          </ac:spMkLst>
        </pc:spChg>
        <pc:spChg chg="del">
          <ac:chgData name="Carlos Hernandez" userId="cb17c3717ba58132" providerId="LiveId" clId="{C654AD1A-6446-42C3-8356-B812B5FDD068}" dt="2026-10-28T13:15:39.399" v="145" actId="478"/>
          <ac:spMkLst>
            <pc:docMk/>
            <pc:sldMk cId="0" sldId="293"/>
            <ac:spMk id="3" creationId="{F9A7D4F8-B9E1-6CF9-7058-BA0B8A3C5D24}"/>
          </ac:spMkLst>
        </pc:spChg>
        <pc:picChg chg="add">
          <ac:chgData name="Carlos Hernandez" userId="cb17c3717ba58132" providerId="LiveId" clId="{C654AD1A-6446-42C3-8356-B812B5FDD068}" dt="2026-10-28T13:15:44.653" v="146" actId="22"/>
          <ac:picMkLst>
            <pc:docMk/>
            <pc:sldMk cId="0" sldId="293"/>
            <ac:picMk id="5" creationId="{8D1EE1F5-42C5-68CA-19DE-A75507046B63}"/>
          </ac:picMkLst>
        </pc:picChg>
      </pc:sldChg>
      <pc:sldChg chg="addSp delSp modSp mod">
        <pc:chgData name="Carlos Hernandez" userId="cb17c3717ba58132" providerId="LiveId" clId="{C654AD1A-6446-42C3-8356-B812B5FDD068}" dt="2026-10-28T13:05:53.099" v="97" actId="1076"/>
        <pc:sldMkLst>
          <pc:docMk/>
          <pc:sldMk cId="0" sldId="294"/>
        </pc:sldMkLst>
        <pc:spChg chg="del">
          <ac:chgData name="Carlos Hernandez" userId="cb17c3717ba58132" providerId="LiveId" clId="{C654AD1A-6446-42C3-8356-B812B5FDD068}" dt="2026-10-28T13:05:00.606" v="92" actId="478"/>
          <ac:spMkLst>
            <pc:docMk/>
            <pc:sldMk cId="0" sldId="294"/>
            <ac:spMk id="2" creationId="{01E7AD19-8B7B-047C-23A6-8D7D9263CAB7}"/>
          </ac:spMkLst>
        </pc:spChg>
        <pc:spChg chg="del">
          <ac:chgData name="Carlos Hernandez" userId="cb17c3717ba58132" providerId="LiveId" clId="{C654AD1A-6446-42C3-8356-B812B5FDD068}" dt="2026-10-28T13:05:01.415" v="93" actId="478"/>
          <ac:spMkLst>
            <pc:docMk/>
            <pc:sldMk cId="0" sldId="294"/>
            <ac:spMk id="3" creationId="{2E20283A-3029-01EE-A7FC-DC1728885553}"/>
          </ac:spMkLst>
        </pc:spChg>
        <pc:picChg chg="add mod">
          <ac:chgData name="Carlos Hernandez" userId="cb17c3717ba58132" providerId="LiveId" clId="{C654AD1A-6446-42C3-8356-B812B5FDD068}" dt="2026-10-28T13:05:53.099" v="97" actId="1076"/>
          <ac:picMkLst>
            <pc:docMk/>
            <pc:sldMk cId="0" sldId="294"/>
            <ac:picMk id="4" creationId="{527F1DE2-C876-1551-D2F9-976B49DD8923}"/>
          </ac:picMkLst>
        </pc:picChg>
      </pc:sldChg>
      <pc:sldChg chg="addSp delSp modSp mod">
        <pc:chgData name="Carlos Hernandez" userId="cb17c3717ba58132" providerId="LiveId" clId="{C654AD1A-6446-42C3-8356-B812B5FDD068}" dt="2026-10-28T13:08:24.417" v="103" actId="1076"/>
        <pc:sldMkLst>
          <pc:docMk/>
          <pc:sldMk cId="0" sldId="295"/>
        </pc:sldMkLst>
        <pc:spChg chg="del">
          <ac:chgData name="Carlos Hernandez" userId="cb17c3717ba58132" providerId="LiveId" clId="{C654AD1A-6446-42C3-8356-B812B5FDD068}" dt="2026-10-28T13:06:01.222" v="98" actId="478"/>
          <ac:spMkLst>
            <pc:docMk/>
            <pc:sldMk cId="0" sldId="295"/>
            <ac:spMk id="2" creationId="{3DF1ACB6-8FA5-75C6-3B40-880C099FF023}"/>
          </ac:spMkLst>
        </pc:spChg>
        <pc:spChg chg="del">
          <ac:chgData name="Carlos Hernandez" userId="cb17c3717ba58132" providerId="LiveId" clId="{C654AD1A-6446-42C3-8356-B812B5FDD068}" dt="2026-10-28T13:06:01.801" v="99" actId="478"/>
          <ac:spMkLst>
            <pc:docMk/>
            <pc:sldMk cId="0" sldId="295"/>
            <ac:spMk id="3" creationId="{A3B8A41B-B1A8-622F-738A-CAD2398576B2}"/>
          </ac:spMkLst>
        </pc:spChg>
        <pc:picChg chg="add mod">
          <ac:chgData name="Carlos Hernandez" userId="cb17c3717ba58132" providerId="LiveId" clId="{C654AD1A-6446-42C3-8356-B812B5FDD068}" dt="2026-10-28T13:08:24.417" v="103" actId="1076"/>
          <ac:picMkLst>
            <pc:docMk/>
            <pc:sldMk cId="0" sldId="295"/>
            <ac:picMk id="5" creationId="{7644F7D6-8A10-5A72-4C15-BF64324059D1}"/>
          </ac:picMkLst>
        </pc:picChg>
      </pc:sldChg>
      <pc:sldChg chg="addSp delSp modSp mod">
        <pc:chgData name="Carlos Hernandez" userId="cb17c3717ba58132" providerId="LiveId" clId="{C654AD1A-6446-42C3-8356-B812B5FDD068}" dt="2026-10-28T13:10:05.844" v="108" actId="1076"/>
        <pc:sldMkLst>
          <pc:docMk/>
          <pc:sldMk cId="0" sldId="313"/>
        </pc:sldMkLst>
        <pc:spChg chg="del">
          <ac:chgData name="Carlos Hernandez" userId="cb17c3717ba58132" providerId="LiveId" clId="{C654AD1A-6446-42C3-8356-B812B5FDD068}" dt="2026-10-28T13:10:01.409" v="104" actId="478"/>
          <ac:spMkLst>
            <pc:docMk/>
            <pc:sldMk cId="0" sldId="313"/>
            <ac:spMk id="2" creationId="{CD0E26EC-B320-AA5E-FD3E-ADF1E71DB050}"/>
          </ac:spMkLst>
        </pc:spChg>
        <pc:picChg chg="add mod">
          <ac:chgData name="Carlos Hernandez" userId="cb17c3717ba58132" providerId="LiveId" clId="{C654AD1A-6446-42C3-8356-B812B5FDD068}" dt="2026-10-28T13:10:05.844" v="108" actId="1076"/>
          <ac:picMkLst>
            <pc:docMk/>
            <pc:sldMk cId="0" sldId="313"/>
            <ac:picMk id="3" creationId="{EA363B1D-41EC-5647-C41E-DAB4F62E9002}"/>
          </ac:picMkLst>
        </pc:picChg>
      </pc:sldChg>
      <pc:sldChg chg="addSp delSp modSp mod">
        <pc:chgData name="Carlos Hernandez" userId="cb17c3717ba58132" providerId="LiveId" clId="{C654AD1A-6446-42C3-8356-B812B5FDD068}" dt="2026-10-28T13:10:36.106" v="118" actId="14100"/>
        <pc:sldMkLst>
          <pc:docMk/>
          <pc:sldMk cId="0" sldId="314"/>
        </pc:sldMkLst>
        <pc:spChg chg="del">
          <ac:chgData name="Carlos Hernandez" userId="cb17c3717ba58132" providerId="LiveId" clId="{C654AD1A-6446-42C3-8356-B812B5FDD068}" dt="2026-10-28T13:10:08.498" v="109" actId="478"/>
          <ac:spMkLst>
            <pc:docMk/>
            <pc:sldMk cId="0" sldId="314"/>
            <ac:spMk id="2" creationId="{27DC2BFB-EC9E-0D7D-4A2D-E223661AAEAE}"/>
          </ac:spMkLst>
        </pc:spChg>
        <pc:picChg chg="add del mod">
          <ac:chgData name="Carlos Hernandez" userId="cb17c3717ba58132" providerId="LiveId" clId="{C654AD1A-6446-42C3-8356-B812B5FDD068}" dt="2026-10-28T13:10:26.913" v="113" actId="478"/>
          <ac:picMkLst>
            <pc:docMk/>
            <pc:sldMk cId="0" sldId="314"/>
            <ac:picMk id="3" creationId="{F78CE80B-6D60-DE1C-011D-90E7E9FD95E6}"/>
          </ac:picMkLst>
        </pc:picChg>
        <pc:picChg chg="add mod">
          <ac:chgData name="Carlos Hernandez" userId="cb17c3717ba58132" providerId="LiveId" clId="{C654AD1A-6446-42C3-8356-B812B5FDD068}" dt="2026-10-28T13:10:36.106" v="118" actId="14100"/>
          <ac:picMkLst>
            <pc:docMk/>
            <pc:sldMk cId="0" sldId="314"/>
            <ac:picMk id="4" creationId="{CCA1C9EE-DFFC-15F5-D005-17DB7228ECD6}"/>
          </ac:picMkLst>
        </pc:picChg>
      </pc:sldChg>
      <pc:sldChg chg="addSp delSp modSp mod">
        <pc:chgData name="Carlos Hernandez" userId="cb17c3717ba58132" providerId="LiveId" clId="{C654AD1A-6446-42C3-8356-B812B5FDD068}" dt="2026-10-28T13:10:45.280" v="122" actId="14100"/>
        <pc:sldMkLst>
          <pc:docMk/>
          <pc:sldMk cId="0" sldId="315"/>
        </pc:sldMkLst>
        <pc:spChg chg="del">
          <ac:chgData name="Carlos Hernandez" userId="cb17c3717ba58132" providerId="LiveId" clId="{C654AD1A-6446-42C3-8356-B812B5FDD068}" dt="2026-10-28T13:10:38.324" v="119" actId="478"/>
          <ac:spMkLst>
            <pc:docMk/>
            <pc:sldMk cId="0" sldId="315"/>
            <ac:spMk id="2" creationId="{A7F09E91-0B21-6E56-28D2-6589050D658D}"/>
          </ac:spMkLst>
        </pc:spChg>
        <pc:picChg chg="add mod">
          <ac:chgData name="Carlos Hernandez" userId="cb17c3717ba58132" providerId="LiveId" clId="{C654AD1A-6446-42C3-8356-B812B5FDD068}" dt="2026-10-28T13:10:45.280" v="122" actId="14100"/>
          <ac:picMkLst>
            <pc:docMk/>
            <pc:sldMk cId="0" sldId="315"/>
            <ac:picMk id="3" creationId="{7DCE421C-4555-2564-4C30-662049C34A4F}"/>
          </ac:picMkLst>
        </pc:picChg>
      </pc:sldChg>
      <pc:sldChg chg="addSp delSp modSp mod">
        <pc:chgData name="Carlos Hernandez" userId="cb17c3717ba58132" providerId="LiveId" clId="{C654AD1A-6446-42C3-8356-B812B5FDD068}" dt="2026-10-28T13:15:03.983" v="133" actId="1076"/>
        <pc:sldMkLst>
          <pc:docMk/>
          <pc:sldMk cId="0" sldId="319"/>
        </pc:sldMkLst>
        <pc:spChg chg="del">
          <ac:chgData name="Carlos Hernandez" userId="cb17c3717ba58132" providerId="LiveId" clId="{C654AD1A-6446-42C3-8356-B812B5FDD068}" dt="2026-10-28T13:14:33.925" v="129" actId="478"/>
          <ac:spMkLst>
            <pc:docMk/>
            <pc:sldMk cId="0" sldId="319"/>
            <ac:spMk id="2" creationId="{131BC31A-9A0C-9853-9CB8-27CBD90571AC}"/>
          </ac:spMkLst>
        </pc:spChg>
        <pc:picChg chg="add mod">
          <ac:chgData name="Carlos Hernandez" userId="cb17c3717ba58132" providerId="LiveId" clId="{C654AD1A-6446-42C3-8356-B812B5FDD068}" dt="2026-10-28T13:15:03.983" v="133" actId="1076"/>
          <ac:picMkLst>
            <pc:docMk/>
            <pc:sldMk cId="0" sldId="319"/>
            <ac:picMk id="3" creationId="{5E4BDEED-9AB6-1912-B1E5-0096D4776179}"/>
          </ac:picMkLst>
        </pc:picChg>
      </pc:sldChg>
      <pc:sldChg chg="addSp delSp modSp mod">
        <pc:chgData name="Carlos Hernandez" userId="cb17c3717ba58132" providerId="LiveId" clId="{C654AD1A-6446-42C3-8356-B812B5FDD068}" dt="2026-10-28T13:15:18.522" v="138" actId="1076"/>
        <pc:sldMkLst>
          <pc:docMk/>
          <pc:sldMk cId="0" sldId="320"/>
        </pc:sldMkLst>
        <pc:spChg chg="del">
          <ac:chgData name="Carlos Hernandez" userId="cb17c3717ba58132" providerId="LiveId" clId="{C654AD1A-6446-42C3-8356-B812B5FDD068}" dt="2026-10-28T13:15:07.939" v="134" actId="478"/>
          <ac:spMkLst>
            <pc:docMk/>
            <pc:sldMk cId="0" sldId="320"/>
            <ac:spMk id="2" creationId="{B210500F-93F4-54DB-FEAA-5E3F4DE6D39D}"/>
          </ac:spMkLst>
        </pc:spChg>
        <pc:picChg chg="add mod">
          <ac:chgData name="Carlos Hernandez" userId="cb17c3717ba58132" providerId="LiveId" clId="{C654AD1A-6446-42C3-8356-B812B5FDD068}" dt="2026-10-28T13:15:18.522" v="138" actId="1076"/>
          <ac:picMkLst>
            <pc:docMk/>
            <pc:sldMk cId="0" sldId="320"/>
            <ac:picMk id="3" creationId="{CFD69D58-C1B5-3D2C-7389-1E5285A46422}"/>
          </ac:picMkLst>
        </pc:picChg>
      </pc:sldChg>
      <pc:sldChg chg="addSp delSp modSp mod">
        <pc:chgData name="Carlos Hernandez" userId="cb17c3717ba58132" providerId="LiveId" clId="{C654AD1A-6446-42C3-8356-B812B5FDD068}" dt="2026-10-28T13:15:30.152" v="143" actId="1076"/>
        <pc:sldMkLst>
          <pc:docMk/>
          <pc:sldMk cId="0" sldId="321"/>
        </pc:sldMkLst>
        <pc:spChg chg="del">
          <ac:chgData name="Carlos Hernandez" userId="cb17c3717ba58132" providerId="LiveId" clId="{C654AD1A-6446-42C3-8356-B812B5FDD068}" dt="2026-10-28T13:15:21.617" v="139" actId="478"/>
          <ac:spMkLst>
            <pc:docMk/>
            <pc:sldMk cId="0" sldId="321"/>
            <ac:spMk id="2" creationId="{DA729A28-C20B-AE81-6CAA-F9A29D7AE740}"/>
          </ac:spMkLst>
        </pc:spChg>
        <pc:picChg chg="add mod">
          <ac:chgData name="Carlos Hernandez" userId="cb17c3717ba58132" providerId="LiveId" clId="{C654AD1A-6446-42C3-8356-B812B5FDD068}" dt="2026-10-28T13:15:30.152" v="143" actId="1076"/>
          <ac:picMkLst>
            <pc:docMk/>
            <pc:sldMk cId="0" sldId="321"/>
            <ac:picMk id="3" creationId="{BB732C24-5F17-B2AB-D232-F5F70B16C264}"/>
          </ac:picMkLst>
        </pc:picChg>
      </pc:sldChg>
      <pc:sldChg chg="addSp delSp modSp mod">
        <pc:chgData name="Carlos Hernandez" userId="cb17c3717ba58132" providerId="LiveId" clId="{C654AD1A-6446-42C3-8356-B812B5FDD068}" dt="2026-10-28T13:16:08.267" v="153" actId="1076"/>
        <pc:sldMkLst>
          <pc:docMk/>
          <pc:sldMk cId="0" sldId="325"/>
        </pc:sldMkLst>
        <pc:spChg chg="del">
          <ac:chgData name="Carlos Hernandez" userId="cb17c3717ba58132" providerId="LiveId" clId="{C654AD1A-6446-42C3-8356-B812B5FDD068}" dt="2026-10-28T13:15:50.495" v="147" actId="478"/>
          <ac:spMkLst>
            <pc:docMk/>
            <pc:sldMk cId="0" sldId="325"/>
            <ac:spMk id="2" creationId="{0A18C098-E8D1-BAE8-AFE5-3AE0C39CCCC9}"/>
          </ac:spMkLst>
        </pc:spChg>
        <pc:picChg chg="add mod">
          <ac:chgData name="Carlos Hernandez" userId="cb17c3717ba58132" providerId="LiveId" clId="{C654AD1A-6446-42C3-8356-B812B5FDD068}" dt="2026-10-28T13:16:08.267" v="153" actId="1076"/>
          <ac:picMkLst>
            <pc:docMk/>
            <pc:sldMk cId="0" sldId="325"/>
            <ac:picMk id="3" creationId="{7D7B0C80-550F-2A80-F240-67B6BF2FF777}"/>
          </ac:picMkLst>
        </pc:picChg>
      </pc:sldChg>
      <pc:sldChg chg="del">
        <pc:chgData name="Carlos Hernandez" userId="cb17c3717ba58132" providerId="LiveId" clId="{C654AD1A-6446-42C3-8356-B812B5FDD068}" dt="2026-10-28T13:15:54.196" v="148" actId="47"/>
        <pc:sldMkLst>
          <pc:docMk/>
          <pc:sldMk cId="0" sldId="326"/>
        </pc:sldMkLst>
      </pc:sldChg>
      <pc:sldChg chg="del">
        <pc:chgData name="Carlos Hernandez" userId="cb17c3717ba58132" providerId="LiveId" clId="{C654AD1A-6446-42C3-8356-B812B5FDD068}" dt="2026-10-28T13:15:56.013" v="149" actId="47"/>
        <pc:sldMkLst>
          <pc:docMk/>
          <pc:sldMk cId="0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8526227be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5" name="Google Shape;375;g3a8526227be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854632a9a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3" name="Google Shape;383;g3a854632a9a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854632a9a_2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0" name="Google Shape;410;g3a854632a9a_2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854632a9a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9" name="Google Shape;419;g3a854632a9a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854632a9a_2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3a854632a9a_2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854632a9a_2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6" name="Google Shape;516;g3a854632a9a_2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54632a9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a854632a9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854632a9a_2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g3a854632a9a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854632a9a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g3a854632a9a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854632a9a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g3a854632a9a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854632a9a_2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1" name="Google Shape;631;g3a854632a9a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854632a9a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g3a854632a9a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8526227be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g3a8526227be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SOAP DOTNET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</a:t>
            </a:r>
            <a:r>
              <a:rPr lang="es-MX">
                <a:solidFill>
                  <a:schemeClr val="lt1"/>
                </a:solidFill>
              </a:rPr>
              <a:t>CRIOLLO MATEO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HERNÁNDEZ CARLOS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REVILLA ANTONIO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GRUPO: 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24/10/2026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DOTNET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Desarrollar e implementar un Web Service utilizando SOAP mediante DOTNET (WCF), sin base de datos, para realizar conversiones de unidades de longitud, masa y temperatura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Visual Studio se selecciona Crear un proyecto y la plantilla Aplicación de servicios WCF (C#), que genera un sitio web para alojar servicios .svc.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86568B-056F-2917-1044-A040401EA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885" y="3649408"/>
            <a:ext cx="4265930" cy="2741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asigna el nombre WS_CON_UNI_DOTNET_SOAP, se elige la carpeta 04. SERVIDOR como ubicación y se selecciona .NET Framework 4.8 como versión del framework.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6B0A2-2480-66A2-6407-EAAD700C9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932" y="3256284"/>
            <a:ext cx="6122924" cy="3194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Aplicando el patrón MVC junto a otras capas, se eliminan los archivos de ejemplo (Service1) y se crean las carpetas Controladores, Modelo, Seguridad, Servicios (con Conversores) y Vista (DTO).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25C47-F649-CCD0-915C-6A634DFE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573" y="2255136"/>
            <a:ext cx="3174683" cy="3891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1.2.2 	Contratos del Servicio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En Controladores se definen los contratos WCF y sus implementaciones.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Se crean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AutenticacionWS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(público) y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ConversionUnidadesWS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(protegido), cada uno con su archivo .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svc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B6311-A189-9C9A-7BE1-21689531F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4024312"/>
            <a:ext cx="6356316" cy="1846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 b="1">
                <a:latin typeface="Cambria"/>
                <a:ea typeface="Cambria"/>
                <a:cs typeface="Cambria"/>
                <a:sym typeface="Cambria"/>
              </a:rPr>
              <a:t>Se codifican los servicios bajo los siguientes lineamientos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1. El contrato público expone las operaciones login y cambiarClave.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427278194"/>
              </p:ext>
            </p:extLst>
          </p:nvPr>
        </p:nvGraphicFramePr>
        <p:xfrm>
          <a:off x="3395925" y="2866125"/>
          <a:ext cx="5400050" cy="21386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[ServiceContract(Name = "AutenticacionWS", Namespace = Contrato.Namespace)]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IAutenticacionWS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[OperationContract(Name = "login")]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[FaultContract(typeof(ErrorServicio))]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[return: MessageParameter(Name = "return")]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RespuestaDto Login(string usuario, string clave);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[OperationContract(Name = "cambiarClave")]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[FaultContract(typeof(ErrorServicio))]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[return: MessageParameter(Name = "return")]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RespuestaDto CambiarClave(string usuario, string claveActual, string claveNueva);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2. El servicio protegido se decora con [Protegido].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3. Se crean los servicios de negocio que utiliza.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732391690"/>
              </p:ext>
            </p:extLst>
          </p:nvPr>
        </p:nvGraphicFramePr>
        <p:xfrm>
          <a:off x="3701450" y="2180500"/>
          <a:ext cx="5400050" cy="6299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[Protegido]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ConversionUnidadesWS : IConversionUnidadesWS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2713062472"/>
              </p:ext>
            </p:extLst>
          </p:nvPr>
        </p:nvGraphicFramePr>
        <p:xfrm>
          <a:off x="3701450" y="3375275"/>
          <a:ext cx="5400050" cy="4622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ServicioCatalogo servicioCatalogo = new ServicioCatalogo();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readonly ServicioConversion servicioConversion = new ServicioConversion();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4. Se crean las operaciones de catálogo y conversión, que solo delegan en los servicios.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2997604804"/>
              </p:ext>
            </p:extLst>
          </p:nvPr>
        </p:nvGraphicFramePr>
        <p:xfrm>
          <a:off x="3917100" y="1928900"/>
          <a:ext cx="4894525" cy="33274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ConsultarCatalogo()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RespuestaMapeador.DeCatalogo(servicioCatalogo.Categorias());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ConsultarUnidades(string categoria)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RespuestaMapeador.DeUnidades(servicioCatalogo.Unidades(categoria));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ConvertirLongitud(SolicitudConversionDto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=&gt; Convertir(Categoria.Longitud,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ConvertirMasa(SolicitudConversionDto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=&gt; Convertir(Categoria.Masa,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ConvertirTemperatura(SolicitudConversionDto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=&gt; Convertir(Categoria.Temperatura,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RespuestaDto Convertir(Categoria categoria, 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SolicitudConversionDto s = solicitud ?? new SolicitudConversionDto();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RespuestaMapeador.DeConversion(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servicioConversion.Convertir(categoria, s.Valor, s.UnidadOrigen, s.UnidadDestino));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Autenticación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Una clase importante a mencionar es ManejadorAutenticacion.cs, que sirve como middleware: implementa IDispatchMessageInspector y valida el token de la cabecera SOAP antes de permitir el paso a las operaciones del servicio. Se ubica en la carpeta Seguridad.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55E60-B95E-3FE3-1A01-E8F6DCED9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98" y="3652275"/>
            <a:ext cx="4886504" cy="18348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Esta clase se apoya en GestorToken, que guarda en memoria las sesiones activas y emite un token (GUID); el usuario (MONSTER), la clave (MONSTER9) y la duración del token (30 minutos) se leen de Web.config.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En Web.config también se publica el WSDL (?wsdl) y se asigna basicHttpBinding (SOAP 1.1) al esquema HTTP.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4209255352"/>
              </p:ext>
            </p:extLst>
          </p:nvPr>
        </p:nvGraphicFramePr>
        <p:xfrm>
          <a:off x="4024925" y="4574350"/>
          <a:ext cx="4894525" cy="1498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&lt;appSettings&gt;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&lt;add key="token.minutos" value="30" /&gt;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&lt;add key="usuario.nombre" value="MONSTER" /&gt;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&lt;add key="usuario.clave" value="MONSTER9" /&gt;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&lt;/appSettings&gt;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&lt;serviceMetadata httpGetEnabled="true" httpsGetEnabled="true" /&gt;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&lt;protocolMapping&gt;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&lt;add binding="basicHttpBinding" scheme="http" /&gt;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&lt;/protocolMapping&gt;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F162BC3-E8E1-EEA0-B633-FA40FAA7A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137" y="2874350"/>
            <a:ext cx="4010256" cy="17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El método AfterReceiveRequest lee el token de la cabecera SOAP y lo valida con GestorToken; si no es válido, responde un SOAP Fault (AUTH-001 o AUTH-002) y la operación no se ejecuta.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4153523800"/>
              </p:ext>
            </p:extLst>
          </p:nvPr>
        </p:nvGraphicFramePr>
        <p:xfrm>
          <a:off x="2964625" y="1876275"/>
          <a:ext cx="6062675" cy="3556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ManejadorAutenticacion : IDispatchMessageInspector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const string PropiedadUsuario = "usuario";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const string ElementoToken = "token";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object AfterReceiveRequest(ref Message request, IClientChannel channel, InstanceContext instanceContext)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usuario = GestorToken.Instancia.Validar(LeerToken(request));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request.Properties[PropiedadUsuario] = usuario;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LeerToken(Message request)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for (int i = 0; i &lt; request.Headers.Count; i++)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(request.Headers[i].Name == ElementoToken)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using (var lector = request.Headers.GetReaderAtHeader(i))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lector.ReadElementContentAsString();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El atributo [Protegido] implementa IServiceBehavior y registra el inspector en todos los endpoints del servicio, excepto el de metadatos, para que el WSDL siga siendo público.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>
            <p:extLst>
              <p:ext uri="{D42A27DB-BD31-4B8C-83A1-F6EECF244321}">
                <p14:modId xmlns:p14="http://schemas.microsoft.com/office/powerpoint/2010/main" val="3067157556"/>
              </p:ext>
            </p:extLst>
          </p:nvPr>
        </p:nvGraphicFramePr>
        <p:xfrm>
          <a:off x="3064663" y="2920413"/>
          <a:ext cx="6062675" cy="36017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[AttributeUsage(AttributeTargets.Class)]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ProtegidoAttribute : Attribute, IServiceBehavior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ApplyDispatchBehavior(ServiceDescription descripcion, ServiceHostBase host)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foreach (ChannelDispatcher canal in host.ChannelDispatchers)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foreach (EndpointDispatcher endpoint in canal.Endpoints)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// El endpoint de metadatos (?wsdl) no lleva token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(endpoint.ContractName != "IMetadataExchange")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endpoint.DispatchRuntime.MessageInspectors.Add(new ManejadorAutenticacion());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	Lógica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 con el patrón Strategy: IConversor indica qué categorías soporta cada estrategia y ConversorLineal resuelve longitud y masa con el factor a la unidad base.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294132430"/>
              </p:ext>
            </p:extLst>
          </p:nvPr>
        </p:nvGraphicFramePr>
        <p:xfrm>
          <a:off x="3017313" y="3676500"/>
          <a:ext cx="6062675" cy="26873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IConversor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bool Soporta(Categoria categoria);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double Convertir(double valor, Unidad origen, Unidad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ConversorLineal : IConversor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 Soporta(Categoria categoria) =&gt; categoria == Categoria.Longitud || categoria == Categoria.Masa;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 * origen.Factor.Value / destino.Factor.Value;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ConversorTemperatura convierte primero a grados Celsius (ACelsius) y luego a la unidad destino (DesdeCelsius) mediante fórmulas, para Celsius, Kelvin, Fahrenheit, Newton y Réaumur.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3131083882"/>
              </p:ext>
            </p:extLst>
          </p:nvPr>
        </p:nvGraphicFramePr>
        <p:xfrm>
          <a:off x="2891513" y="2209650"/>
          <a:ext cx="6062675" cy="3784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: IConversor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 Soporta(Categoria categoria) =&gt; categoria == Categoria.Temperatura;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DesdeCelsius(ACelsius(valor, origen),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double ACelsius(double v, Unidad unidad)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switch (unidad.Codigo)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"C": return v;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"K": return v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"F": return (v - 32) * 5 / 9;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"N": return v * 100 / 33;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"RE": return v * 5 /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default: throw new ArgumentException("No es unidad de temperatura: " + unidad.Codigo);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ServicioConversion valida la solicitud, elige la estrategia que soporta la categoría y redondea el resultado a cuatro decimales; agregar un cálculo nuevo es agregar un IConversor.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1817510209"/>
              </p:ext>
            </p:extLst>
          </p:nvPr>
        </p:nvGraphicFramePr>
        <p:xfrm>
          <a:off x="2891513" y="2557313"/>
          <a:ext cx="6062675" cy="39674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const int Decimales =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ServicioValidacion validacion = new ServicioValidacion();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IList&lt;IConversor&gt; conversores = new List&lt;IConversor&gt;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new ConversorLineal(),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new ConversorTemperatura()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ResultadoConversion Convertir(Categoria categoria, double? valor, string origen, string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unidades = validacion.ValidarConversion(categoria, 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IConversor conversor = conversores.FirstOrDefault(c =&gt; c.Soporta(categoria))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?? throw new ExcepcionServicio(CodigoError.Data001);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double resultado = conversor.Convertir(valor.Value, unidades.Origen, unidades.Destino);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new ResultadoConversion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Resultado = Math.Round(resultado, Decimales, MidpointRounding.AwayFromZero),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Origen = unidades.Origen,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Destino = unidades.Destino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 	Ejecución en Servidor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Se ejecuta el proyecto (F5) con IIS Express en el puerto 8095 y se comprueba el contrato WSDL de cada servicio agregando ?wsdl a su dirección.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7BA6F7-9E50-6A56-297D-0EB092450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801" y="2573783"/>
            <a:ext cx="6050936" cy="34262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1.2.6 	Publicación en IIS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Para desplegar en IIS se hace clic derecho sobre el proyecto &gt; Publicar y se crea un perfil de tipo Carpeta (C:\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inetpub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\WS_CON_UNI_DOTNET_SOAP) con la configuración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Release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C7343-CD31-8A90-97A6-8701ADEDB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353" y="3671980"/>
            <a:ext cx="5949615" cy="2792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En Características de Windows se habilitan Internet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Information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Services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y Servicios WCF &gt; Activación HTTP, necesaria para atender los archivos .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svc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En el Administrador de IIS se agrega el sitio WS_CON_UNI_DOTNET_SOAP con la carpeta publicada, el puerto 8095 y un grupo de aplicaciones .NET CLR v4.0.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340DC-CE8F-BC13-266F-DC71AC4B3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471" y="3196772"/>
            <a:ext cx="3886742" cy="34485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Para terminar se otorgan permisos de lectura y ejecución a IIS_IUSRS sobre la carpeta publicada y se verifica http://localhost:8095/, que lista AutenticacionWS.svc y ConversionUnidadesWS.svc.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7BB09-C850-0A26-3F9C-1B58BB48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046" y="3246120"/>
            <a:ext cx="2833431" cy="322560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consola se usó Visual Studio: se crea un nuevo proyecto con la plantilla Aplicación de consola (.NET Framework) para C#.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asigna el nombre ConUni_ClienteConsola_GR3, la ubicación 04. CLICON y el framework .NET Framework 4.8.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126.png">
            <a:extLst>
              <a:ext uri="{FF2B5EF4-FFF2-40B4-BE49-F238E27FC236}">
                <a16:creationId xmlns:a16="http://schemas.microsoft.com/office/drawing/2014/main" id="{85BEFF67-41DF-D8E1-BF57-824CBBB0088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3936519"/>
            <a:ext cx="4552950" cy="2219325"/>
          </a:xfrm>
          <a:prstGeom prst="rect">
            <a:avLst/>
          </a:prstGeom>
          <a:ln/>
        </p:spPr>
      </p:pic>
      <p:pic>
        <p:nvPicPr>
          <p:cNvPr id="5" name="image117.png">
            <a:extLst>
              <a:ext uri="{FF2B5EF4-FFF2-40B4-BE49-F238E27FC236}">
                <a16:creationId xmlns:a16="http://schemas.microsoft.com/office/drawing/2014/main" id="{AC23C21F-1FC5-F8E3-E486-0BD0CAF91C14}"/>
              </a:ext>
            </a:extLst>
          </p:cNvPr>
          <p:cNvPicPr/>
          <p:nvPr/>
        </p:nvPicPr>
        <p:blipFill>
          <a:blip r:embed="rId4"/>
          <a:srcRect r="28358"/>
          <a:stretch>
            <a:fillRect/>
          </a:stretch>
        </p:blipFill>
        <p:spPr>
          <a:xfrm>
            <a:off x="5249527" y="3936519"/>
            <a:ext cx="3616666" cy="26035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Se agregan las referencias System.ServiceModel, System.Runtime.Serialization y System.Configuration, y se crea la estructura ec/edu/monster con las carpetas controlador, modelo, servicio (acceso SOAP), util y vista. La dirección del servidor se define en App.config (ws.base.url).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FD3AF-B7CF-577E-C525-1A8A1B632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476" y="3548062"/>
            <a:ext cx="2466244" cy="29086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1816500459"/>
              </p:ext>
            </p:extLst>
          </p:nvPr>
        </p:nvGraphicFramePr>
        <p:xfrm>
          <a:off x="2964625" y="1876275"/>
          <a:ext cx="6062675" cy="3312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sealed class ManejadorTokenSOAP : IClientMessageInspector, IEndpointBehavior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La fábrica se reutiliza entre sesiones, por eso el token se consulta en cada envío.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readonly Func&lt;string&gt; proveedorToken;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internal ManejadorTokenSOAP(Func&lt;string&gt; proveedorToken)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this.proveedorToken = proveedorToken;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object BeforeSendRequest(ref Message request, IClientChannel channel)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request.Headers.Add(MessageHeader.CreateHeader("token", ContratoWS.Namespace, proveedorToken()));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ApplyClientBehavior(ServiceEndpoint endpoint, ClientRuntime clientRuntime)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clientRuntime.ClientMessageInspectors.Add(this);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3842970604"/>
              </p:ext>
            </p:extLst>
          </p:nvPr>
        </p:nvGraphicFramePr>
        <p:xfrm>
          <a:off x="2278500" y="1818850"/>
          <a:ext cx="5439425" cy="31445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ClienteSOAPConversor() : this(ConfigurationManager.AppSettings["ws.base.url"])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ClienteSOAPConversor(string baseUrl)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Uri direccion;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(string.IsNullOrWhiteSpace(baseUrl) ||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!Uri.TryCreate(baseUrl.Trim().TrimEnd('/') + "/", UriKind.Absolute, out direccion) ||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(direccion.Scheme != Uri.UriSchemeHttp &amp;&amp; direccion.Scheme != Uri.UriSchemeHttps))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throw new ArgumentException("Configure una direccion HTTP valida en ws.base.url de App.config.");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baseUri = direccion;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Las fábricas se comparten; cada operación usa un canal independiente.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fabricaAutenticacion = CrearFabrica&lt;IAutenticacionWS&gt;(ServicioAutenticacion);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fabricaConversion = CrearFabrica&lt;IConversionUnidadesWS&gt;(ServicioConversion);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fabricaConversion.Endpoint.EndpointBehaviors.Add(new ManejadorTokenSOAP(() =&gt; token));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(usuario MONSTER, clave MONSTER9)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3752D-09D6-DD61-174D-FFD7C0191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599" y="2427156"/>
            <a:ext cx="5293043" cy="34106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8" name="Google Shape;378;p4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79" name="Google Shape;379;p4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457200" marR="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optimizar el tiempo, los clientes de escritorio, web y móvil comparten una Biblioteca de clases de Razor (SistemaConversorUI.Shared) con las vistas, los modelos y los adaptadores SOAP; cada cliente solo aporta su configuración.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empezar, en Visual Studio se crea un proyecto con la plantilla Biblioteca de clases de Razor.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1653B-6D29-46D0-CB26-8E278EDC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82" y="3784122"/>
            <a:ext cx="8048418" cy="165582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7" name="Google Shape;387;p48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7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asigna el nombre SistemaConversorUI.Shared, la ubicación 04. CLIESC y .NET 10.0 como versión del framework.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crean las carpetas Adaptadores, Interfaces, Modelos y Vistas (Login, Menu, Catalogo y Conversion en .razor, cada una con su hoja de estilos aislada).</a:t>
            </a: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 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05BB7-FD6F-8491-A8DC-AFBFA568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17" y="3261002"/>
            <a:ext cx="290512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4" name="Google Shape;414;p51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escritorio se agrega un proyecto con la plantilla Aplicación .NET MAUI Blazor Hybrid, que muestra componentes Razor dentro de un BlazorWebView.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le asigna el nombre SistemaConversorUI.Desktop (.NET 10.0) y se deja como destino únicamente Windows.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F1DE2-C876-1551-D2F9-976B49DD8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732" y="3429000"/>
            <a:ext cx="5513632" cy="14497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2" name="Google Shape;422;p52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23" name="Google Shape;423;p52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Desde Dependencias &gt; Agregar referencia de proyecto se selecciona SistemaConversorUI.Shared; los clientes web y móvil se referencian de la misma forma.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Además, el proyecto de escritorio agrega los paquetes NuGet System.ServiceModel.*.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4F7D6-8A10-5A72-4C15-BF6432405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12" y="3059529"/>
            <a:ext cx="3769803" cy="325211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79" name="Google Shape;479;p59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0" name="Google Shape;480;p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481" name="Google Shape;481;p59"/>
          <p:cNvGraphicFramePr/>
          <p:nvPr>
            <p:extLst>
              <p:ext uri="{D42A27DB-BD31-4B8C-83A1-F6EECF244321}">
                <p14:modId xmlns:p14="http://schemas.microsoft.com/office/powerpoint/2010/main" val="2778786422"/>
              </p:ext>
            </p:extLst>
          </p:nvPr>
        </p:nvGraphicFramePr>
        <p:xfrm>
          <a:off x="2332825" y="2024213"/>
          <a:ext cx="6484300" cy="258489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async Task&lt;SesionCliente&gt; IniciarSesionAsync(string usuario, string clave)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documento = await EnviarAsync("login", ("usuario", usuario), ("clave", clave));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token = documento.Descendants()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.FirstOrDefault(x =&gt; x.Name.LocalName == "token")?.Value;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(string.IsNullOrWhiteSpace(token))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var mensaje = documento.Descendants()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.FirstOrDefault(x =&gt; x.Name.LocalName == "mensaje")?.Value;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throw new InvalidOperationException(mensaje ?? "El servicio no devolvió un token de sesión.");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expiraEn = documento.Descendants()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.FirstOrDefault(x =&gt; x.Name.LocalName == "expiraEn")?.Value;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new SesionCliente(usuario, token, expiraEn);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19" name="Google Shape;519;p64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21" name="Google Shape;521;p64"/>
          <p:cNvGraphicFramePr/>
          <p:nvPr>
            <p:extLst>
              <p:ext uri="{D42A27DB-BD31-4B8C-83A1-F6EECF244321}">
                <p14:modId xmlns:p14="http://schemas.microsoft.com/office/powerpoint/2010/main" val="610787541"/>
              </p:ext>
            </p:extLst>
          </p:nvPr>
        </p:nvGraphicFramePr>
        <p:xfrm>
          <a:off x="2332825" y="2024213"/>
          <a:ext cx="6484300" cy="242030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async Task&lt;XElement&gt; EnviarAsync(string operacion, string token, params XElement[] parametros)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sobre = new XDocument(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new XElement(Soap + "Envelope",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XAttribute(XNamespace.Xmlns + "soap", Soap),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XAttribute(XNamespace.Xmlns + "svc", Servicio),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XElement(Soap + "Header", new XElement(Servicio + "token", token)),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XElement(Soap + "Body", new XElement(Servicio + operacion, parametros))));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using var solicitud = new HttpRequestMessage(HttpMethod.Post, _urlServicio);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solicitud.Headers.Add("SOAPAction", $"\"{Servicio}ConversionUnidadesWS/{operacion}\"");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solicitud.Content = new StringContent(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sobre.ToString(SaveOptions.DisableFormatting), Encoding.UTF8, "text/xml");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using var respuestaHttp = await _http.SendAsync(solicitud);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contenido = await respuestaHttp.Content.ReadAsStringAsync();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5" name="Google Shape;535;p6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6" name="Google Shape;536;p66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de escritorio, MauiProgram registra la dirección del servidor (OpcionesCliente), el HttpClient y los adaptadores SOAP del proyecto compartido; MainPage.xaml carga la vista Login como componente raíz.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7" name="Google Shape;537;p6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38" name="Google Shape;538;p66"/>
          <p:cNvGraphicFramePr/>
          <p:nvPr>
            <p:extLst>
              <p:ext uri="{D42A27DB-BD31-4B8C-83A1-F6EECF244321}">
                <p14:modId xmlns:p14="http://schemas.microsoft.com/office/powerpoint/2010/main" val="1838674023"/>
              </p:ext>
            </p:extLst>
          </p:nvPr>
        </p:nvGraphicFramePr>
        <p:xfrm>
          <a:off x="2332838" y="3073863"/>
          <a:ext cx="6484300" cy="3465068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builder = MauiApp.CreateBuilder();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builder.Services.AddSingleton(new OpcionesCliente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UrlServidor = "http://localhost:8095/",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NombreCliente = "Cliente de escritorio"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builder.Services.AddSingleton&lt;HttpClient&gt;();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builder.Services.AddSingleton&lt;IAutenticacionSoap, AdaptadorAutenticacionSoap&gt;();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builder.Services.AddSingleton&lt;IConversionSoap, AdaptadorConversionSoap&gt;();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.UseMauiApp&lt;App&gt;()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.ConfigureFonts(fonts =&gt;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fonts.AddFont("OpenSans-Regular.ttf", "OpenSansRegular");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builder.Services.AddMauiBlazorWebView();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builder.Build();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p66"/>
          <p:cNvSpPr txBox="1"/>
          <p:nvPr/>
        </p:nvSpPr>
        <p:spPr>
          <a:xfrm>
            <a:off x="122575" y="1715850"/>
            <a:ext cx="7232400" cy="77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b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63B1D-41EC-5647-C41E-DAB4F62E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950" y="2403665"/>
            <a:ext cx="6561201" cy="41456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1C9EE-DFFC-15F5-D005-17DB7228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70" y="2520410"/>
            <a:ext cx="7532561" cy="365675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85" name="Google Shape;585;p7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6" name="Google Shape;586;p7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CE421C-4555-2564-4C30-662049C3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92" y="2476880"/>
            <a:ext cx="7791329" cy="357644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9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95" name="Google Shape;395;p49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8" name="Google Shape;398;p49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web se agrega un proyecto con la plantilla Aplicación web de Blazor, con .NET 10.0 y modo de representación interactiva Server.</a:t>
            </a: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 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le asigna el nombre SistemaConversorUI.Web en la carpeta 04. CLIWEB y se agrega la referencia a SistemaConversorUI.Shared.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AF209-1628-4B24-D848-D2F40E0F7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56" y="3429000"/>
            <a:ext cx="4229207" cy="2131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4" name="Google Shape;594;p73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web, Program.cs lee la dirección del servidor de appsettings.json (sección Cliente, http://localhost:8095/) y registra los adaptadores SOAP con AddHttpClient; la página Inicio.razor carga el mismo componente Login.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5" name="Google Shape;595;p73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96" name="Google Shape;596;p73"/>
          <p:cNvGraphicFramePr/>
          <p:nvPr>
            <p:extLst>
              <p:ext uri="{D42A27DB-BD31-4B8C-83A1-F6EECF244321}">
                <p14:modId xmlns:p14="http://schemas.microsoft.com/office/powerpoint/2010/main" val="3500724253"/>
              </p:ext>
            </p:extLst>
          </p:nvPr>
        </p:nvGraphicFramePr>
        <p:xfrm>
          <a:off x="2332838" y="3073863"/>
          <a:ext cx="6484300" cy="258489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builder = WebApplication.CreateBuilder(args);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Las vistas compartidas corren en el servidor web: las llamadas SOAP salen de aquí, no del navegador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builder.Services.AddRazorComponents()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.AddInteractiveServerComponents();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Dirección del servidor SOAP y nombre del cliente (sección "Cliente" de appsettings.json)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opciones = builder.Configuration.GetSection("Cliente").Get&lt;OpcionesCliente&gt;() ?? new OpcionesCliente();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builder.Services.AddSingleton(opciones);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builder.Services.AddHttpClient&lt;IAutenticacionSoap, AdaptadorAutenticacionSoap&gt;();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builder.Services.AddHttpClient&lt;IConversionSoap, AdaptadorConversionSoap&gt;();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app = builder.Build();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app.UseAntiforgery();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app.MapStaticAssets();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app.MapRazorComponents&lt;App&gt;()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.AddInteractiveServerRenderMode();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app.Run();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BDEED-9AB6-1912-B1E5-0096D4776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71" y="2403665"/>
            <a:ext cx="8476629" cy="434590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D69D58-C1B5-3D2C-7389-1E5285A46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19" y="2403665"/>
            <a:ext cx="8275461" cy="42526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34" name="Google Shape;634;p7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5" name="Google Shape;635;p78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32C24-5F17-B2AB-D232-F5F70B16C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01" y="2403665"/>
            <a:ext cx="8198888" cy="420761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4" name="Google Shape;404;p50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5" name="Google Shape;405;p50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móvil se agrega un proyecto Aplicación .NET MAUI Blazor Hybrid con el nombre SistemaConversorUI.Mobile en 04. CLIMOV, con .NET 10.0 y destino net10.0-android.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Igual que en escritorio, se agrega la referencia a SistemaConversorUI.Shared y MainPage.xaml carga la vista Login como componente raíz.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EE1F5-42C5-68CA-19DE-A75507046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56" y="3429000"/>
            <a:ext cx="4229207" cy="21315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p79"/>
          <p:cNvGraphicFramePr/>
          <p:nvPr>
            <p:extLst>
              <p:ext uri="{D42A27DB-BD31-4B8C-83A1-F6EECF244321}">
                <p14:modId xmlns:p14="http://schemas.microsoft.com/office/powerpoint/2010/main" val="2291739272"/>
              </p:ext>
            </p:extLst>
          </p:nvPr>
        </p:nvGraphicFramePr>
        <p:xfrm>
          <a:off x="2332838" y="2865288"/>
          <a:ext cx="6484300" cy="307867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builder = MauiApp.CreateBuilder();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builder.Services.AddSingleton(new OpcionesCliente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Con "adb reverse tcp:8095 tcp:8095" el localhost del emulador llega al IIS Express del PC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UrlServidor = "http://localhost:8095/",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NombreCliente = "Cliente móvil"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builder.Services.AddSingleton&lt;HttpClient&gt;();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builder.Services.AddSingleton&lt;IAutenticacionSoap, AdaptadorAutenticacionSoap&gt;();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builder.Services.AddSingleton&lt;IConversionSoap, AdaptadorConversionSoap&gt;();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.UseMauiApp&lt;App&gt;()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.ConfigureFonts(fonts =&gt;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fonts.AddFont("OpenSans-Regular.ttf", "OpenSansRegular");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builder.Services.AddMauiBlazorWebView();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builder.Build();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2" name="Google Shape;642;p7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43" name="Google Shape;643;p7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4" name="Google Shape;644;p79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</a:t>
            </a: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5" name="Google Shape;645;p79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6" name="Google Shape;646;p79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móvil, MauiProgram registra los mismos adaptadores; con adb reverse tcp:8095 tcp:8095 el localhost del emulador llega al servidor del PC.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2975747886"/>
              </p:ext>
            </p:extLst>
          </p:nvPr>
        </p:nvGraphicFramePr>
        <p:xfrm>
          <a:off x="2332838" y="2061638"/>
          <a:ext cx="6484300" cy="143275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&lt;!-- El servidor SOAP se publica por HTTP: se permite solo hacia estas direcciones locales --&gt;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&lt;network-security-config&gt;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&lt;domain-config cleartextTrafficPermitted="true"&gt;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&lt;!-- localhost del PC visto desde el emulador de Android Studio --&gt;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&lt;domain includeSubdomains="false"&gt;10.0.2.2&lt;/domain&gt;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&lt;domain includeSubdomains="false"&gt;localhost&lt;/domain&gt;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&lt;/domain-config&gt;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&lt;/network-security-config&gt;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4" name="Google Shape;654;p80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7B0C80-550F-2A80-F240-67B6BF2F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83" y="2011680"/>
            <a:ext cx="2176225" cy="46083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Se implementó un servicio web SOAP en DOTNET con Windows Communication Foundation, sin base de datos y publicado en IIS, que centraliza la autenticación, la consulta de seis categorías y la conversión de longitud, masa y temperatura, cumpliendo los requisitos RQF-001 a RQF-010 de la ERS. Un inspector de mensajes de WCF valida el token en la cabecera SOAP y los errores llegan como SOAP Faults estructurados. La consola consume el contrato con ChannelFactory, mientras que escritorio, móvil y web reutilizan la biblioteca compartida de componentes Razor, lo que garantiza la misma interfaz y confirma la interoperabilidad del servicio.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Publicar el servicio con HTTPS (certificado en IIS y modo de seguridad Transport) antes de usarlo fuera del entorno local, ya que con basicHttpBinding las credenciales y el token viajan en texto plano.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Mantener sincronizados el contrato WSDL y los cuatro clientes: cualquier cambio en operaciones, parámetros o namespace exige actualizar las interfaces de la consola y los adaptadores del proyecto compartido.</a:t>
            </a: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Llevar a un archivo de configuración la dirección del servidor de los clientes de escritorio y móvil, e implementar en una segunda fase volumen, tiempo y área junto con la persistencia de credenciales y sesiones.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5210</Words>
  <Application>Microsoft Office PowerPoint</Application>
  <PresentationFormat>Widescreen</PresentationFormat>
  <Paragraphs>908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Calibri</vt:lpstr>
      <vt:lpstr>Noto Sans Symbols</vt:lpstr>
      <vt:lpstr>Cambria</vt:lpstr>
      <vt:lpstr>Arial</vt:lpstr>
      <vt:lpstr>Gill Sans</vt:lpstr>
      <vt:lpstr>Dividendo</vt:lpstr>
      <vt:lpstr>MANUAL CONVERSIÓN UNIDADES SOAP DOTNET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Hernandez</cp:lastModifiedBy>
  <cp:revision>3</cp:revision>
  <dcterms:modified xsi:type="dcterms:W3CDTF">2026-10-28T13:16:12Z</dcterms:modified>
</cp:coreProperties>
</file>