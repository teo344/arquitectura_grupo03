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9"/>
  </p:notes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  <p:sldId id="266" r:id="rId9"/>
    <p:sldId id="267" r:id="rId10"/>
    <p:sldId id="268" r:id="rId11"/>
    <p:sldId id="270" r:id="rId12"/>
    <p:sldId id="271" r:id="rId13"/>
    <p:sldId id="272" r:id="rId14"/>
    <p:sldId id="273" r:id="rId15"/>
    <p:sldId id="274" r:id="rId16"/>
    <p:sldId id="277" r:id="rId17"/>
    <p:sldId id="279" r:id="rId18"/>
    <p:sldId id="280" r:id="rId19"/>
    <p:sldId id="330" r:id="rId20"/>
    <p:sldId id="262" r:id="rId21"/>
    <p:sldId id="263" r:id="rId22"/>
    <p:sldId id="261" r:id="rId23"/>
    <p:sldId id="281" r:id="rId24"/>
    <p:sldId id="282" r:id="rId25"/>
    <p:sldId id="283" r:id="rId26"/>
    <p:sldId id="285" r:id="rId27"/>
    <p:sldId id="289" r:id="rId28"/>
    <p:sldId id="290" r:id="rId29"/>
    <p:sldId id="291" r:id="rId30"/>
    <p:sldId id="294" r:id="rId31"/>
    <p:sldId id="302" r:id="rId32"/>
    <p:sldId id="307" r:id="rId33"/>
    <p:sldId id="309" r:id="rId34"/>
    <p:sldId id="313" r:id="rId35"/>
    <p:sldId id="314" r:id="rId36"/>
    <p:sldId id="315" r:id="rId37"/>
    <p:sldId id="292" r:id="rId38"/>
    <p:sldId id="316" r:id="rId39"/>
    <p:sldId id="319" r:id="rId40"/>
    <p:sldId id="320" r:id="rId41"/>
    <p:sldId id="321" r:id="rId42"/>
    <p:sldId id="293" r:id="rId43"/>
    <p:sldId id="322" r:id="rId44"/>
    <p:sldId id="323" r:id="rId45"/>
    <p:sldId id="325" r:id="rId46"/>
    <p:sldId id="328" r:id="rId47"/>
    <p:sldId id="329" r:id="rId48"/>
  </p:sldIdLst>
  <p:sldSz cx="12192000" cy="6858000"/>
  <p:notesSz cx="6858000" cy="9144000"/>
  <p:embeddedFontLst>
    <p:embeddedFont>
      <p:font typeface="Cambria" panose="02040503050406030204" pitchFamily="18" charset="0"/>
      <p:regular r:id="rId50"/>
      <p:bold r:id="rId51"/>
      <p:italic r:id="rId52"/>
      <p:boldItalic r:id="rId53"/>
    </p:embeddedFont>
    <p:embeddedFont>
      <p:font typeface="Gill Sans" panose="020B0604020202020204" charset="0"/>
      <p:regular r:id="rId54"/>
      <p:bold r:id="rId55"/>
    </p:embeddedFont>
    <p:embeddedFont>
      <p:font typeface="Segoe UI Symbol" panose="020B0502040204020203" pitchFamily="34" charset="0"/>
      <p:regular r:id="rId5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87E215-C7A7-407F-92CC-F18B3EC2E0D5}" v="5" dt="2026-10-28T13:52:33.046"/>
  </p1510:revLst>
</p1510:revInfo>
</file>

<file path=ppt/tableStyles.xml><?xml version="1.0" encoding="utf-8"?>
<a:tblStyleLst xmlns:a="http://schemas.openxmlformats.org/drawingml/2006/main" def="{BF136021-7255-42B7-A7E7-87A8D8FFE9CA}">
  <a:tblStyle styleId="{BF136021-7255-42B7-A7E7-87A8D8FFE9C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656" autoAdjust="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4" d="100"/>
          <a:sy n="64" d="100"/>
        </p:scale>
        <p:origin x="3192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font" Target="fonts/font1.fntdata"/><Relationship Id="rId55" Type="http://schemas.openxmlformats.org/officeDocument/2006/relationships/font" Target="fonts/font6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4.fntdata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microsoft.com/office/2016/11/relationships/changesInfo" Target="changesInfos/changesInfo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7.fntdata"/><Relationship Id="rId8" Type="http://schemas.openxmlformats.org/officeDocument/2006/relationships/slide" Target="slides/slide7.xml"/><Relationship Id="rId51" Type="http://schemas.openxmlformats.org/officeDocument/2006/relationships/font" Target="fonts/font2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5.fntdata"/><Relationship Id="rId62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3.fntdata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Hernandez" userId="cb17c3717ba58132" providerId="LiveId" clId="{C654AD1A-6446-42C3-8356-B812B5FDD068}"/>
    <pc:docChg chg="custSel delSld modSld">
      <pc:chgData name="Carlos Hernandez" userId="cb17c3717ba58132" providerId="LiveId" clId="{C654AD1A-6446-42C3-8356-B812B5FDD068}" dt="2026-10-28T13:57:45.971" v="103" actId="22"/>
      <pc:docMkLst>
        <pc:docMk/>
      </pc:docMkLst>
      <pc:sldChg chg="addSp delSp modSp mod">
        <pc:chgData name="Carlos Hernandez" userId="cb17c3717ba58132" providerId="LiveId" clId="{C654AD1A-6446-42C3-8356-B812B5FDD068}" dt="2026-10-28T13:35:46.696" v="4" actId="1076"/>
        <pc:sldMkLst>
          <pc:docMk/>
          <pc:sldMk cId="0" sldId="259"/>
        </pc:sldMkLst>
        <pc:spChg chg="del">
          <ac:chgData name="Carlos Hernandez" userId="cb17c3717ba58132" providerId="LiveId" clId="{C654AD1A-6446-42C3-8356-B812B5FDD068}" dt="2026-10-28T13:35:42.407" v="0" actId="478"/>
          <ac:spMkLst>
            <pc:docMk/>
            <pc:sldMk cId="0" sldId="259"/>
            <ac:spMk id="2" creationId="{3764EFFE-9785-9C64-B384-2C7E08096CAC}"/>
          </ac:spMkLst>
        </pc:spChg>
        <pc:picChg chg="add mod">
          <ac:chgData name="Carlos Hernandez" userId="cb17c3717ba58132" providerId="LiveId" clId="{C654AD1A-6446-42C3-8356-B812B5FDD068}" dt="2026-10-28T13:35:46.696" v="4" actId="1076"/>
          <ac:picMkLst>
            <pc:docMk/>
            <pc:sldMk cId="0" sldId="259"/>
            <ac:picMk id="3" creationId="{86C49995-4F19-CDEF-613E-6CDB55E6DAF0}"/>
          </ac:picMkLst>
        </pc:picChg>
      </pc:sldChg>
      <pc:sldChg chg="addSp delSp modSp mod">
        <pc:chgData name="Carlos Hernandez" userId="cb17c3717ba58132" providerId="LiveId" clId="{C654AD1A-6446-42C3-8356-B812B5FDD068}" dt="2026-10-28T13:36:01.417" v="9" actId="1076"/>
        <pc:sldMkLst>
          <pc:docMk/>
          <pc:sldMk cId="0" sldId="260"/>
        </pc:sldMkLst>
        <pc:spChg chg="del">
          <ac:chgData name="Carlos Hernandez" userId="cb17c3717ba58132" providerId="LiveId" clId="{C654AD1A-6446-42C3-8356-B812B5FDD068}" dt="2026-10-28T13:35:56.869" v="5" actId="478"/>
          <ac:spMkLst>
            <pc:docMk/>
            <pc:sldMk cId="0" sldId="260"/>
            <ac:spMk id="2" creationId="{36546152-D3C6-9449-85EF-AC404917E352}"/>
          </ac:spMkLst>
        </pc:spChg>
        <pc:picChg chg="add mod">
          <ac:chgData name="Carlos Hernandez" userId="cb17c3717ba58132" providerId="LiveId" clId="{C654AD1A-6446-42C3-8356-B812B5FDD068}" dt="2026-10-28T13:36:01.417" v="9" actId="1076"/>
          <ac:picMkLst>
            <pc:docMk/>
            <pc:sldMk cId="0" sldId="260"/>
            <ac:picMk id="3" creationId="{AD94900F-2C36-B408-31E5-18A8FE528BBD}"/>
          </ac:picMkLst>
        </pc:picChg>
      </pc:sldChg>
      <pc:sldChg chg="addSp delSp modSp mod">
        <pc:chgData name="Carlos Hernandez" userId="cb17c3717ba58132" providerId="LiveId" clId="{C654AD1A-6446-42C3-8356-B812B5FDD068}" dt="2026-10-28T13:50:51.863" v="57" actId="1076"/>
        <pc:sldMkLst>
          <pc:docMk/>
          <pc:sldMk cId="0" sldId="261"/>
        </pc:sldMkLst>
        <pc:spChg chg="del">
          <ac:chgData name="Carlos Hernandez" userId="cb17c3717ba58132" providerId="LiveId" clId="{C654AD1A-6446-42C3-8356-B812B5FDD068}" dt="2026-10-28T13:50:43.497" v="51" actId="478"/>
          <ac:spMkLst>
            <pc:docMk/>
            <pc:sldMk cId="0" sldId="261"/>
            <ac:spMk id="2" creationId="{B64FC395-2ADC-E614-8A05-C6C5FE1719AC}"/>
          </ac:spMkLst>
        </pc:spChg>
        <pc:picChg chg="add mod">
          <ac:chgData name="Carlos Hernandez" userId="cb17c3717ba58132" providerId="LiveId" clId="{C654AD1A-6446-42C3-8356-B812B5FDD068}" dt="2026-10-28T13:50:51.863" v="57" actId="1076"/>
          <ac:picMkLst>
            <pc:docMk/>
            <pc:sldMk cId="0" sldId="261"/>
            <ac:picMk id="4" creationId="{90246C75-CA74-EF0D-E965-75B3A66A8B47}"/>
          </ac:picMkLst>
        </pc:picChg>
      </pc:sldChg>
      <pc:sldChg chg="addSp delSp modSp mod">
        <pc:chgData name="Carlos Hernandez" userId="cb17c3717ba58132" providerId="LiveId" clId="{C654AD1A-6446-42C3-8356-B812B5FDD068}" dt="2026-10-28T13:50:15.159" v="46" actId="22"/>
        <pc:sldMkLst>
          <pc:docMk/>
          <pc:sldMk cId="0" sldId="262"/>
        </pc:sldMkLst>
        <pc:spChg chg="del mod">
          <ac:chgData name="Carlos Hernandez" userId="cb17c3717ba58132" providerId="LiveId" clId="{C654AD1A-6446-42C3-8356-B812B5FDD068}" dt="2026-10-28T13:50:14.923" v="45" actId="478"/>
          <ac:spMkLst>
            <pc:docMk/>
            <pc:sldMk cId="0" sldId="262"/>
            <ac:spMk id="2" creationId="{C58DD436-80EF-DA7A-7F82-E6290DD84E18}"/>
          </ac:spMkLst>
        </pc:spChg>
        <pc:picChg chg="add">
          <ac:chgData name="Carlos Hernandez" userId="cb17c3717ba58132" providerId="LiveId" clId="{C654AD1A-6446-42C3-8356-B812B5FDD068}" dt="2026-10-28T13:50:15.159" v="46" actId="22"/>
          <ac:picMkLst>
            <pc:docMk/>
            <pc:sldMk cId="0" sldId="262"/>
            <ac:picMk id="4" creationId="{C03591E5-11DF-5C51-0FFC-BFAF387D1B69}"/>
          </ac:picMkLst>
        </pc:picChg>
      </pc:sldChg>
      <pc:sldChg chg="addSp delSp modSp mod">
        <pc:chgData name="Carlos Hernandez" userId="cb17c3717ba58132" providerId="LiveId" clId="{C654AD1A-6446-42C3-8356-B812B5FDD068}" dt="2026-10-28T13:50:29.064" v="50" actId="22"/>
        <pc:sldMkLst>
          <pc:docMk/>
          <pc:sldMk cId="0" sldId="263"/>
        </pc:sldMkLst>
        <pc:spChg chg="del mod">
          <ac:chgData name="Carlos Hernandez" userId="cb17c3717ba58132" providerId="LiveId" clId="{C654AD1A-6446-42C3-8356-B812B5FDD068}" dt="2026-10-28T13:50:20.413" v="48" actId="478"/>
          <ac:spMkLst>
            <pc:docMk/>
            <pc:sldMk cId="0" sldId="263"/>
            <ac:spMk id="2" creationId="{AF4DDC49-74F8-3D63-4217-FC94432C31CE}"/>
          </ac:spMkLst>
        </pc:spChg>
        <pc:spChg chg="del">
          <ac:chgData name="Carlos Hernandez" userId="cb17c3717ba58132" providerId="LiveId" clId="{C654AD1A-6446-42C3-8356-B812B5FDD068}" dt="2026-10-28T13:50:22.695" v="49" actId="478"/>
          <ac:spMkLst>
            <pc:docMk/>
            <pc:sldMk cId="0" sldId="263"/>
            <ac:spMk id="3" creationId="{D99334BC-C411-95CE-A8BE-FEA839BCFED4}"/>
          </ac:spMkLst>
        </pc:spChg>
        <pc:picChg chg="add">
          <ac:chgData name="Carlos Hernandez" userId="cb17c3717ba58132" providerId="LiveId" clId="{C654AD1A-6446-42C3-8356-B812B5FDD068}" dt="2026-10-28T13:50:29.064" v="50" actId="22"/>
          <ac:picMkLst>
            <pc:docMk/>
            <pc:sldMk cId="0" sldId="263"/>
            <ac:picMk id="5" creationId="{77F517F0-0CC5-2CDB-34DB-0C88548F5A4A}"/>
          </ac:picMkLst>
        </pc:picChg>
      </pc:sldChg>
      <pc:sldChg chg="addSp delSp modSp mod">
        <pc:chgData name="Carlos Hernandez" userId="cb17c3717ba58132" providerId="LiveId" clId="{C654AD1A-6446-42C3-8356-B812B5FDD068}" dt="2026-10-28T13:36:19" v="15" actId="14100"/>
        <pc:sldMkLst>
          <pc:docMk/>
          <pc:sldMk cId="0" sldId="264"/>
        </pc:sldMkLst>
        <pc:spChg chg="del">
          <ac:chgData name="Carlos Hernandez" userId="cb17c3717ba58132" providerId="LiveId" clId="{C654AD1A-6446-42C3-8356-B812B5FDD068}" dt="2026-10-28T13:36:13.271" v="11" actId="478"/>
          <ac:spMkLst>
            <pc:docMk/>
            <pc:sldMk cId="0" sldId="264"/>
            <ac:spMk id="2" creationId="{22901A7E-8D2C-C7FC-5385-5482A18D954D}"/>
          </ac:spMkLst>
        </pc:spChg>
        <pc:picChg chg="add mod">
          <ac:chgData name="Carlos Hernandez" userId="cb17c3717ba58132" providerId="LiveId" clId="{C654AD1A-6446-42C3-8356-B812B5FDD068}" dt="2026-10-28T13:36:19" v="15" actId="14100"/>
          <ac:picMkLst>
            <pc:docMk/>
            <pc:sldMk cId="0" sldId="264"/>
            <ac:picMk id="3" creationId="{E9791E05-F961-CEE0-127E-87BBCEF619A1}"/>
          </ac:picMkLst>
        </pc:picChg>
      </pc:sldChg>
      <pc:sldChg chg="addSp delSp modSp mod">
        <pc:chgData name="Carlos Hernandez" userId="cb17c3717ba58132" providerId="LiveId" clId="{C654AD1A-6446-42C3-8356-B812B5FDD068}" dt="2026-10-28T13:42:18.928" v="21" actId="14100"/>
        <pc:sldMkLst>
          <pc:docMk/>
          <pc:sldMk cId="0" sldId="265"/>
        </pc:sldMkLst>
        <pc:spChg chg="del mod">
          <ac:chgData name="Carlos Hernandez" userId="cb17c3717ba58132" providerId="LiveId" clId="{C654AD1A-6446-42C3-8356-B812B5FDD068}" dt="2026-10-28T13:42:13.644" v="17" actId="478"/>
          <ac:spMkLst>
            <pc:docMk/>
            <pc:sldMk cId="0" sldId="265"/>
            <ac:spMk id="2" creationId="{59B46E45-BA1E-6ACC-E0F5-C06A90DE4E67}"/>
          </ac:spMkLst>
        </pc:spChg>
        <pc:spChg chg="del">
          <ac:chgData name="Carlos Hernandez" userId="cb17c3717ba58132" providerId="LiveId" clId="{C654AD1A-6446-42C3-8356-B812B5FDD068}" dt="2026-10-28T13:42:15.353" v="18" actId="478"/>
          <ac:spMkLst>
            <pc:docMk/>
            <pc:sldMk cId="0" sldId="265"/>
            <ac:spMk id="3" creationId="{848CB9F9-EF9A-9C2B-9FC6-D94ED0EF852C}"/>
          </ac:spMkLst>
        </pc:spChg>
        <pc:picChg chg="add mod">
          <ac:chgData name="Carlos Hernandez" userId="cb17c3717ba58132" providerId="LiveId" clId="{C654AD1A-6446-42C3-8356-B812B5FDD068}" dt="2026-10-28T13:42:18.928" v="21" actId="14100"/>
          <ac:picMkLst>
            <pc:docMk/>
            <pc:sldMk cId="0" sldId="265"/>
            <ac:picMk id="5" creationId="{C27F98CB-DB55-8D2B-82A8-871DDA4E2480}"/>
          </ac:picMkLst>
        </pc:picChg>
      </pc:sldChg>
      <pc:sldChg chg="addSp delSp modSp mod">
        <pc:chgData name="Carlos Hernandez" userId="cb17c3717ba58132" providerId="LiveId" clId="{C654AD1A-6446-42C3-8356-B812B5FDD068}" dt="2026-10-28T13:48:23.155" v="27" actId="14100"/>
        <pc:sldMkLst>
          <pc:docMk/>
          <pc:sldMk cId="0" sldId="270"/>
        </pc:sldMkLst>
        <pc:spChg chg="del">
          <ac:chgData name="Carlos Hernandez" userId="cb17c3717ba58132" providerId="LiveId" clId="{C654AD1A-6446-42C3-8356-B812B5FDD068}" dt="2026-10-28T13:48:16.781" v="22" actId="478"/>
          <ac:spMkLst>
            <pc:docMk/>
            <pc:sldMk cId="0" sldId="270"/>
            <ac:spMk id="2" creationId="{244A63F9-6999-7F02-1A52-F5F9ACAEAB21}"/>
          </ac:spMkLst>
        </pc:spChg>
        <pc:picChg chg="add mod">
          <ac:chgData name="Carlos Hernandez" userId="cb17c3717ba58132" providerId="LiveId" clId="{C654AD1A-6446-42C3-8356-B812B5FDD068}" dt="2026-10-28T13:48:23.155" v="27" actId="14100"/>
          <ac:picMkLst>
            <pc:docMk/>
            <pc:sldMk cId="0" sldId="270"/>
            <ac:picMk id="4" creationId="{7E31473E-E30A-86B7-1114-597FDF29C8E2}"/>
          </ac:picMkLst>
        </pc:picChg>
      </pc:sldChg>
      <pc:sldChg chg="delSp modSp mod">
        <pc:chgData name="Carlos Hernandez" userId="cb17c3717ba58132" providerId="LiveId" clId="{C654AD1A-6446-42C3-8356-B812B5FDD068}" dt="2026-10-28T13:48:35.842" v="30" actId="14100"/>
        <pc:sldMkLst>
          <pc:docMk/>
          <pc:sldMk cId="0" sldId="271"/>
        </pc:sldMkLst>
        <pc:spChg chg="del">
          <ac:chgData name="Carlos Hernandez" userId="cb17c3717ba58132" providerId="LiveId" clId="{C654AD1A-6446-42C3-8356-B812B5FDD068}" dt="2026-10-28T13:48:31.900" v="28" actId="478"/>
          <ac:spMkLst>
            <pc:docMk/>
            <pc:sldMk cId="0" sldId="271"/>
            <ac:spMk id="2" creationId="{27744FA9-7880-370A-54BF-3112F04B6910}"/>
          </ac:spMkLst>
        </pc:spChg>
        <pc:graphicFrameChg chg="mod modGraphic">
          <ac:chgData name="Carlos Hernandez" userId="cb17c3717ba58132" providerId="LiveId" clId="{C654AD1A-6446-42C3-8356-B812B5FDD068}" dt="2026-10-28T13:48:35.842" v="30" actId="14100"/>
          <ac:graphicFrameMkLst>
            <pc:docMk/>
            <pc:sldMk cId="0" sldId="271"/>
            <ac:graphicFrameMk id="224" creationId="{00000000-0000-0000-0000-000000000000}"/>
          </ac:graphicFrameMkLst>
        </pc:graphicFrameChg>
      </pc:sldChg>
      <pc:sldChg chg="addSp delSp modSp mod">
        <pc:chgData name="Carlos Hernandez" userId="cb17c3717ba58132" providerId="LiveId" clId="{C654AD1A-6446-42C3-8356-B812B5FDD068}" dt="2026-10-28T13:49:37.496" v="35" actId="1076"/>
        <pc:sldMkLst>
          <pc:docMk/>
          <pc:sldMk cId="0" sldId="280"/>
        </pc:sldMkLst>
        <pc:spChg chg="del">
          <ac:chgData name="Carlos Hernandez" userId="cb17c3717ba58132" providerId="LiveId" clId="{C654AD1A-6446-42C3-8356-B812B5FDD068}" dt="2026-10-28T13:49:32.272" v="31" actId="478"/>
          <ac:spMkLst>
            <pc:docMk/>
            <pc:sldMk cId="0" sldId="280"/>
            <ac:spMk id="2" creationId="{D656958C-F02F-09E1-A6CC-E9F103844995}"/>
          </ac:spMkLst>
        </pc:spChg>
        <pc:picChg chg="add mod">
          <ac:chgData name="Carlos Hernandez" userId="cb17c3717ba58132" providerId="LiveId" clId="{C654AD1A-6446-42C3-8356-B812B5FDD068}" dt="2026-10-28T13:49:37.496" v="35" actId="1076"/>
          <ac:picMkLst>
            <pc:docMk/>
            <pc:sldMk cId="0" sldId="280"/>
            <ac:picMk id="3" creationId="{78D738F7-6D11-3DA8-67AC-902AD47BFD2E}"/>
          </ac:picMkLst>
        </pc:picChg>
      </pc:sldChg>
      <pc:sldChg chg="addSp delSp mod">
        <pc:chgData name="Carlos Hernandez" userId="cb17c3717ba58132" providerId="LiveId" clId="{C654AD1A-6446-42C3-8356-B812B5FDD068}" dt="2026-10-28T13:51:10.536" v="61" actId="22"/>
        <pc:sldMkLst>
          <pc:docMk/>
          <pc:sldMk cId="0" sldId="281"/>
        </pc:sldMkLst>
        <pc:spChg chg="del">
          <ac:chgData name="Carlos Hernandez" userId="cb17c3717ba58132" providerId="LiveId" clId="{C654AD1A-6446-42C3-8356-B812B5FDD068}" dt="2026-10-28T13:51:04.640" v="58" actId="478"/>
          <ac:spMkLst>
            <pc:docMk/>
            <pc:sldMk cId="0" sldId="281"/>
            <ac:spMk id="2" creationId="{1834D782-F7C6-787C-DD07-E98E226BDB76}"/>
          </ac:spMkLst>
        </pc:spChg>
        <pc:spChg chg="del">
          <ac:chgData name="Carlos Hernandez" userId="cb17c3717ba58132" providerId="LiveId" clId="{C654AD1A-6446-42C3-8356-B812B5FDD068}" dt="2026-10-28T13:51:06.522" v="60" actId="478"/>
          <ac:spMkLst>
            <pc:docMk/>
            <pc:sldMk cId="0" sldId="281"/>
            <ac:spMk id="3" creationId="{E11A1496-9EC0-7554-FB32-6CA5F1739C6E}"/>
          </ac:spMkLst>
        </pc:spChg>
        <pc:picChg chg="add">
          <ac:chgData name="Carlos Hernandez" userId="cb17c3717ba58132" providerId="LiveId" clId="{C654AD1A-6446-42C3-8356-B812B5FDD068}" dt="2026-10-28T13:51:04.895" v="59" actId="22"/>
          <ac:picMkLst>
            <pc:docMk/>
            <pc:sldMk cId="0" sldId="281"/>
            <ac:picMk id="5" creationId="{75D3FE5D-9730-0406-D68D-B4226108EF29}"/>
          </ac:picMkLst>
        </pc:picChg>
        <pc:picChg chg="add">
          <ac:chgData name="Carlos Hernandez" userId="cb17c3717ba58132" providerId="LiveId" clId="{C654AD1A-6446-42C3-8356-B812B5FDD068}" dt="2026-10-28T13:51:10.536" v="61" actId="22"/>
          <ac:picMkLst>
            <pc:docMk/>
            <pc:sldMk cId="0" sldId="281"/>
            <ac:picMk id="7" creationId="{D9139E51-DEBB-A923-E81A-823433247F09}"/>
          </ac:picMkLst>
        </pc:picChg>
      </pc:sldChg>
      <pc:sldChg chg="addSp delSp modSp mod">
        <pc:chgData name="Carlos Hernandez" userId="cb17c3717ba58132" providerId="LiveId" clId="{C654AD1A-6446-42C3-8356-B812B5FDD068}" dt="2026-10-28T13:51:23.204" v="64" actId="1076"/>
        <pc:sldMkLst>
          <pc:docMk/>
          <pc:sldMk cId="0" sldId="282"/>
        </pc:sldMkLst>
        <pc:spChg chg="del">
          <ac:chgData name="Carlos Hernandez" userId="cb17c3717ba58132" providerId="LiveId" clId="{C654AD1A-6446-42C3-8356-B812B5FDD068}" dt="2026-10-28T13:51:19.768" v="62" actId="478"/>
          <ac:spMkLst>
            <pc:docMk/>
            <pc:sldMk cId="0" sldId="282"/>
            <ac:spMk id="2" creationId="{584F9185-048A-D947-83A3-2C0D72B89FD4}"/>
          </ac:spMkLst>
        </pc:spChg>
        <pc:picChg chg="add mod">
          <ac:chgData name="Carlos Hernandez" userId="cb17c3717ba58132" providerId="LiveId" clId="{C654AD1A-6446-42C3-8356-B812B5FDD068}" dt="2026-10-28T13:51:23.204" v="64" actId="1076"/>
          <ac:picMkLst>
            <pc:docMk/>
            <pc:sldMk cId="0" sldId="282"/>
            <ac:picMk id="4" creationId="{422C8515-9EC8-B80C-006A-25FFC9DA5964}"/>
          </ac:picMkLst>
        </pc:picChg>
      </pc:sldChg>
      <pc:sldChg chg="addSp delSp modSp mod">
        <pc:chgData name="Carlos Hernandez" userId="cb17c3717ba58132" providerId="LiveId" clId="{C654AD1A-6446-42C3-8356-B812B5FDD068}" dt="2026-10-28T13:52:38.300" v="70" actId="14100"/>
        <pc:sldMkLst>
          <pc:docMk/>
          <pc:sldMk cId="0" sldId="289"/>
        </pc:sldMkLst>
        <pc:spChg chg="del">
          <ac:chgData name="Carlos Hernandez" userId="cb17c3717ba58132" providerId="LiveId" clId="{C654AD1A-6446-42C3-8356-B812B5FDD068}" dt="2026-10-28T13:52:32.784" v="65" actId="478"/>
          <ac:spMkLst>
            <pc:docMk/>
            <pc:sldMk cId="0" sldId="289"/>
            <ac:spMk id="2" creationId="{162894D2-A461-68A1-45C7-77A81EDF2204}"/>
          </ac:spMkLst>
        </pc:spChg>
        <pc:picChg chg="add mod">
          <ac:chgData name="Carlos Hernandez" userId="cb17c3717ba58132" providerId="LiveId" clId="{C654AD1A-6446-42C3-8356-B812B5FDD068}" dt="2026-10-28T13:52:38.300" v="70" actId="14100"/>
          <ac:picMkLst>
            <pc:docMk/>
            <pc:sldMk cId="0" sldId="289"/>
            <ac:picMk id="3" creationId="{135C86D6-33D7-DEDC-64A7-396366464950}"/>
          </ac:picMkLst>
        </pc:picChg>
      </pc:sldChg>
      <pc:sldChg chg="addSp delSp mod">
        <pc:chgData name="Carlos Hernandez" userId="cb17c3717ba58132" providerId="LiveId" clId="{C654AD1A-6446-42C3-8356-B812B5FDD068}" dt="2026-10-28T13:52:54.273" v="72" actId="22"/>
        <pc:sldMkLst>
          <pc:docMk/>
          <pc:sldMk cId="0" sldId="290"/>
        </pc:sldMkLst>
        <pc:spChg chg="del">
          <ac:chgData name="Carlos Hernandez" userId="cb17c3717ba58132" providerId="LiveId" clId="{C654AD1A-6446-42C3-8356-B812B5FDD068}" dt="2026-10-28T13:52:54.051" v="71" actId="478"/>
          <ac:spMkLst>
            <pc:docMk/>
            <pc:sldMk cId="0" sldId="290"/>
            <ac:spMk id="2" creationId="{6A7DF466-71B2-17FC-0A27-1E7786855163}"/>
          </ac:spMkLst>
        </pc:spChg>
        <pc:picChg chg="add">
          <ac:chgData name="Carlos Hernandez" userId="cb17c3717ba58132" providerId="LiveId" clId="{C654AD1A-6446-42C3-8356-B812B5FDD068}" dt="2026-10-28T13:52:54.273" v="72" actId="22"/>
          <ac:picMkLst>
            <pc:docMk/>
            <pc:sldMk cId="0" sldId="290"/>
            <ac:picMk id="4" creationId="{BEC49A47-7C0F-32AA-9E9E-FDE4666F8025}"/>
          </ac:picMkLst>
        </pc:picChg>
      </pc:sldChg>
      <pc:sldChg chg="addSp delSp mod">
        <pc:chgData name="Carlos Hernandez" userId="cb17c3717ba58132" providerId="LiveId" clId="{C654AD1A-6446-42C3-8356-B812B5FDD068}" dt="2026-10-28T13:53:05.419" v="75" actId="22"/>
        <pc:sldMkLst>
          <pc:docMk/>
          <pc:sldMk cId="0" sldId="291"/>
        </pc:sldMkLst>
        <pc:spChg chg="del">
          <ac:chgData name="Carlos Hernandez" userId="cb17c3717ba58132" providerId="LiveId" clId="{C654AD1A-6446-42C3-8356-B812B5FDD068}" dt="2026-10-28T13:53:03.866" v="73" actId="478"/>
          <ac:spMkLst>
            <pc:docMk/>
            <pc:sldMk cId="0" sldId="291"/>
            <ac:spMk id="2" creationId="{BEB5146A-8350-071C-609B-7E5E6D29A87E}"/>
          </ac:spMkLst>
        </pc:spChg>
        <pc:spChg chg="del">
          <ac:chgData name="Carlos Hernandez" userId="cb17c3717ba58132" providerId="LiveId" clId="{C654AD1A-6446-42C3-8356-B812B5FDD068}" dt="2026-10-28T13:53:05.100" v="74" actId="478"/>
          <ac:spMkLst>
            <pc:docMk/>
            <pc:sldMk cId="0" sldId="291"/>
            <ac:spMk id="3" creationId="{369662D7-3D47-ED06-6516-8F0E868307C1}"/>
          </ac:spMkLst>
        </pc:spChg>
        <pc:picChg chg="add">
          <ac:chgData name="Carlos Hernandez" userId="cb17c3717ba58132" providerId="LiveId" clId="{C654AD1A-6446-42C3-8356-B812B5FDD068}" dt="2026-10-28T13:53:05.419" v="75" actId="22"/>
          <ac:picMkLst>
            <pc:docMk/>
            <pc:sldMk cId="0" sldId="291"/>
            <ac:picMk id="5" creationId="{5D750D0E-FEE9-7B9A-A2BB-F274A1EA2291}"/>
          </ac:picMkLst>
        </pc:picChg>
      </pc:sldChg>
      <pc:sldChg chg="addSp delSp mod">
        <pc:chgData name="Carlos Hernandez" userId="cb17c3717ba58132" providerId="LiveId" clId="{C654AD1A-6446-42C3-8356-B812B5FDD068}" dt="2026-10-28T13:56:21.709" v="88" actId="22"/>
        <pc:sldMkLst>
          <pc:docMk/>
          <pc:sldMk cId="0" sldId="292"/>
        </pc:sldMkLst>
        <pc:spChg chg="del">
          <ac:chgData name="Carlos Hernandez" userId="cb17c3717ba58132" providerId="LiveId" clId="{C654AD1A-6446-42C3-8356-B812B5FDD068}" dt="2026-10-28T13:56:19.870" v="86" actId="478"/>
          <ac:spMkLst>
            <pc:docMk/>
            <pc:sldMk cId="0" sldId="292"/>
            <ac:spMk id="2" creationId="{292A8582-012F-3FE1-208B-F137E1156ED0}"/>
          </ac:spMkLst>
        </pc:spChg>
        <pc:spChg chg="del">
          <ac:chgData name="Carlos Hernandez" userId="cb17c3717ba58132" providerId="LiveId" clId="{C654AD1A-6446-42C3-8356-B812B5FDD068}" dt="2026-10-28T13:56:21.351" v="87" actId="478"/>
          <ac:spMkLst>
            <pc:docMk/>
            <pc:sldMk cId="0" sldId="292"/>
            <ac:spMk id="3" creationId="{C237A891-12E2-BAD1-69A5-3B86DC190521}"/>
          </ac:spMkLst>
        </pc:spChg>
        <pc:picChg chg="add">
          <ac:chgData name="Carlos Hernandez" userId="cb17c3717ba58132" providerId="LiveId" clId="{C654AD1A-6446-42C3-8356-B812B5FDD068}" dt="2026-10-28T13:56:21.709" v="88" actId="22"/>
          <ac:picMkLst>
            <pc:docMk/>
            <pc:sldMk cId="0" sldId="292"/>
            <ac:picMk id="5" creationId="{D277DC89-06D8-8C0B-BC29-26F1CF2ADFF6}"/>
          </ac:picMkLst>
        </pc:picChg>
      </pc:sldChg>
      <pc:sldChg chg="addSp delSp modSp mod">
        <pc:chgData name="Carlos Hernandez" userId="cb17c3717ba58132" providerId="LiveId" clId="{C654AD1A-6446-42C3-8356-B812B5FDD068}" dt="2026-10-28T13:57:24.364" v="98" actId="22"/>
        <pc:sldMkLst>
          <pc:docMk/>
          <pc:sldMk cId="0" sldId="293"/>
        </pc:sldMkLst>
        <pc:spChg chg="del mod">
          <ac:chgData name="Carlos Hernandez" userId="cb17c3717ba58132" providerId="LiveId" clId="{C654AD1A-6446-42C3-8356-B812B5FDD068}" dt="2026-10-28T13:57:23.124" v="96" actId="478"/>
          <ac:spMkLst>
            <pc:docMk/>
            <pc:sldMk cId="0" sldId="293"/>
            <ac:spMk id="2" creationId="{947867E5-A6E3-DD0A-7223-F2F8F162B75E}"/>
          </ac:spMkLst>
        </pc:spChg>
        <pc:spChg chg="del">
          <ac:chgData name="Carlos Hernandez" userId="cb17c3717ba58132" providerId="LiveId" clId="{C654AD1A-6446-42C3-8356-B812B5FDD068}" dt="2026-10-28T13:57:23.651" v="97" actId="478"/>
          <ac:spMkLst>
            <pc:docMk/>
            <pc:sldMk cId="0" sldId="293"/>
            <ac:spMk id="3" creationId="{F9A7D4F8-B9E1-6CF9-7058-BA0B8A3C5D24}"/>
          </ac:spMkLst>
        </pc:spChg>
        <pc:picChg chg="add">
          <ac:chgData name="Carlos Hernandez" userId="cb17c3717ba58132" providerId="LiveId" clId="{C654AD1A-6446-42C3-8356-B812B5FDD068}" dt="2026-10-28T13:57:24.364" v="98" actId="22"/>
          <ac:picMkLst>
            <pc:docMk/>
            <pc:sldMk cId="0" sldId="293"/>
            <ac:picMk id="5" creationId="{05353798-E1B2-78FF-84A3-1659BE6AA1FE}"/>
          </ac:picMkLst>
        </pc:picChg>
      </pc:sldChg>
      <pc:sldChg chg="addSp delSp mod">
        <pc:chgData name="Carlos Hernandez" userId="cb17c3717ba58132" providerId="LiveId" clId="{C654AD1A-6446-42C3-8356-B812B5FDD068}" dt="2026-10-28T13:55:27.311" v="78" actId="22"/>
        <pc:sldMkLst>
          <pc:docMk/>
          <pc:sldMk cId="0" sldId="294"/>
        </pc:sldMkLst>
        <pc:spChg chg="del">
          <ac:chgData name="Carlos Hernandez" userId="cb17c3717ba58132" providerId="LiveId" clId="{C654AD1A-6446-42C3-8356-B812B5FDD068}" dt="2026-10-28T13:55:11.405" v="76" actId="478"/>
          <ac:spMkLst>
            <pc:docMk/>
            <pc:sldMk cId="0" sldId="294"/>
            <ac:spMk id="2" creationId="{01E7AD19-8B7B-047C-23A6-8D7D9263CAB7}"/>
          </ac:spMkLst>
        </pc:spChg>
        <pc:spChg chg="del">
          <ac:chgData name="Carlos Hernandez" userId="cb17c3717ba58132" providerId="LiveId" clId="{C654AD1A-6446-42C3-8356-B812B5FDD068}" dt="2026-10-28T13:55:11.698" v="77" actId="478"/>
          <ac:spMkLst>
            <pc:docMk/>
            <pc:sldMk cId="0" sldId="294"/>
            <ac:spMk id="3" creationId="{2E20283A-3029-01EE-A7FC-DC1728885553}"/>
          </ac:spMkLst>
        </pc:spChg>
        <pc:picChg chg="add">
          <ac:chgData name="Carlos Hernandez" userId="cb17c3717ba58132" providerId="LiveId" clId="{C654AD1A-6446-42C3-8356-B812B5FDD068}" dt="2026-10-28T13:55:27.311" v="78" actId="22"/>
          <ac:picMkLst>
            <pc:docMk/>
            <pc:sldMk cId="0" sldId="294"/>
            <ac:picMk id="5" creationId="{C345BD53-9672-3B58-D527-501AE852C9E6}"/>
          </ac:picMkLst>
        </pc:picChg>
      </pc:sldChg>
      <pc:sldChg chg="del">
        <pc:chgData name="Carlos Hernandez" userId="cb17c3717ba58132" providerId="LiveId" clId="{C654AD1A-6446-42C3-8356-B812B5FDD068}" dt="2026-10-28T13:55:40.239" v="79" actId="47"/>
        <pc:sldMkLst>
          <pc:docMk/>
          <pc:sldMk cId="0" sldId="295"/>
        </pc:sldMkLst>
      </pc:sldChg>
      <pc:sldChg chg="addSp delSp mod">
        <pc:chgData name="Carlos Hernandez" userId="cb17c3717ba58132" providerId="LiveId" clId="{C654AD1A-6446-42C3-8356-B812B5FDD068}" dt="2026-10-28T13:55:55.431" v="81" actId="22"/>
        <pc:sldMkLst>
          <pc:docMk/>
          <pc:sldMk cId="0" sldId="313"/>
        </pc:sldMkLst>
        <pc:spChg chg="del">
          <ac:chgData name="Carlos Hernandez" userId="cb17c3717ba58132" providerId="LiveId" clId="{C654AD1A-6446-42C3-8356-B812B5FDD068}" dt="2026-10-28T13:55:55.150" v="80" actId="478"/>
          <ac:spMkLst>
            <pc:docMk/>
            <pc:sldMk cId="0" sldId="313"/>
            <ac:spMk id="2" creationId="{CD0E26EC-B320-AA5E-FD3E-ADF1E71DB050}"/>
          </ac:spMkLst>
        </pc:spChg>
        <pc:picChg chg="add">
          <ac:chgData name="Carlos Hernandez" userId="cb17c3717ba58132" providerId="LiveId" clId="{C654AD1A-6446-42C3-8356-B812B5FDD068}" dt="2026-10-28T13:55:55.431" v="81" actId="22"/>
          <ac:picMkLst>
            <pc:docMk/>
            <pc:sldMk cId="0" sldId="313"/>
            <ac:picMk id="4" creationId="{DF929EBE-E665-C293-839A-FFEE5F5ACE67}"/>
          </ac:picMkLst>
        </pc:picChg>
      </pc:sldChg>
      <pc:sldChg chg="addSp delSp mod">
        <pc:chgData name="Carlos Hernandez" userId="cb17c3717ba58132" providerId="LiveId" clId="{C654AD1A-6446-42C3-8356-B812B5FDD068}" dt="2026-10-28T13:56:03.342" v="83" actId="22"/>
        <pc:sldMkLst>
          <pc:docMk/>
          <pc:sldMk cId="0" sldId="314"/>
        </pc:sldMkLst>
        <pc:spChg chg="del">
          <ac:chgData name="Carlos Hernandez" userId="cb17c3717ba58132" providerId="LiveId" clId="{C654AD1A-6446-42C3-8356-B812B5FDD068}" dt="2026-10-28T13:56:03.118" v="82" actId="478"/>
          <ac:spMkLst>
            <pc:docMk/>
            <pc:sldMk cId="0" sldId="314"/>
            <ac:spMk id="2" creationId="{27DC2BFB-EC9E-0D7D-4A2D-E223661AAEAE}"/>
          </ac:spMkLst>
        </pc:spChg>
        <pc:picChg chg="add">
          <ac:chgData name="Carlos Hernandez" userId="cb17c3717ba58132" providerId="LiveId" clId="{C654AD1A-6446-42C3-8356-B812B5FDD068}" dt="2026-10-28T13:56:03.342" v="83" actId="22"/>
          <ac:picMkLst>
            <pc:docMk/>
            <pc:sldMk cId="0" sldId="314"/>
            <ac:picMk id="4" creationId="{01927959-5467-7837-D619-FB64B988544B}"/>
          </ac:picMkLst>
        </pc:picChg>
      </pc:sldChg>
      <pc:sldChg chg="addSp delSp mod">
        <pc:chgData name="Carlos Hernandez" userId="cb17c3717ba58132" providerId="LiveId" clId="{C654AD1A-6446-42C3-8356-B812B5FDD068}" dt="2026-10-28T13:56:09.019" v="85" actId="22"/>
        <pc:sldMkLst>
          <pc:docMk/>
          <pc:sldMk cId="0" sldId="315"/>
        </pc:sldMkLst>
        <pc:spChg chg="del">
          <ac:chgData name="Carlos Hernandez" userId="cb17c3717ba58132" providerId="LiveId" clId="{C654AD1A-6446-42C3-8356-B812B5FDD068}" dt="2026-10-28T13:56:08.716" v="84" actId="478"/>
          <ac:spMkLst>
            <pc:docMk/>
            <pc:sldMk cId="0" sldId="315"/>
            <ac:spMk id="2" creationId="{A7F09E91-0B21-6E56-28D2-6589050D658D}"/>
          </ac:spMkLst>
        </pc:spChg>
        <pc:picChg chg="add">
          <ac:chgData name="Carlos Hernandez" userId="cb17c3717ba58132" providerId="LiveId" clId="{C654AD1A-6446-42C3-8356-B812B5FDD068}" dt="2026-10-28T13:56:09.019" v="85" actId="22"/>
          <ac:picMkLst>
            <pc:docMk/>
            <pc:sldMk cId="0" sldId="315"/>
            <ac:picMk id="4" creationId="{23B3FDE1-43F9-C01B-0CDB-18A1494B8DE0}"/>
          </ac:picMkLst>
        </pc:picChg>
      </pc:sldChg>
      <pc:sldChg chg="addSp delSp mod">
        <pc:chgData name="Carlos Hernandez" userId="cb17c3717ba58132" providerId="LiveId" clId="{C654AD1A-6446-42C3-8356-B812B5FDD068}" dt="2026-10-28T13:56:57.925" v="90" actId="22"/>
        <pc:sldMkLst>
          <pc:docMk/>
          <pc:sldMk cId="0" sldId="319"/>
        </pc:sldMkLst>
        <pc:spChg chg="del">
          <ac:chgData name="Carlos Hernandez" userId="cb17c3717ba58132" providerId="LiveId" clId="{C654AD1A-6446-42C3-8356-B812B5FDD068}" dt="2026-10-28T13:56:57.701" v="89" actId="478"/>
          <ac:spMkLst>
            <pc:docMk/>
            <pc:sldMk cId="0" sldId="319"/>
            <ac:spMk id="2" creationId="{131BC31A-9A0C-9853-9CB8-27CBD90571AC}"/>
          </ac:spMkLst>
        </pc:spChg>
        <pc:picChg chg="add">
          <ac:chgData name="Carlos Hernandez" userId="cb17c3717ba58132" providerId="LiveId" clId="{C654AD1A-6446-42C3-8356-B812B5FDD068}" dt="2026-10-28T13:56:57.925" v="90" actId="22"/>
          <ac:picMkLst>
            <pc:docMk/>
            <pc:sldMk cId="0" sldId="319"/>
            <ac:picMk id="4" creationId="{368D7187-1FC8-2501-0B49-EBB5C26714BA}"/>
          </ac:picMkLst>
        </pc:picChg>
      </pc:sldChg>
      <pc:sldChg chg="addSp delSp mod">
        <pc:chgData name="Carlos Hernandez" userId="cb17c3717ba58132" providerId="LiveId" clId="{C654AD1A-6446-42C3-8356-B812B5FDD068}" dt="2026-10-28T13:57:05.221" v="92" actId="22"/>
        <pc:sldMkLst>
          <pc:docMk/>
          <pc:sldMk cId="0" sldId="320"/>
        </pc:sldMkLst>
        <pc:spChg chg="del">
          <ac:chgData name="Carlos Hernandez" userId="cb17c3717ba58132" providerId="LiveId" clId="{C654AD1A-6446-42C3-8356-B812B5FDD068}" dt="2026-10-28T13:57:04.965" v="91" actId="478"/>
          <ac:spMkLst>
            <pc:docMk/>
            <pc:sldMk cId="0" sldId="320"/>
            <ac:spMk id="2" creationId="{B210500F-93F4-54DB-FEAA-5E3F4DE6D39D}"/>
          </ac:spMkLst>
        </pc:spChg>
        <pc:picChg chg="add">
          <ac:chgData name="Carlos Hernandez" userId="cb17c3717ba58132" providerId="LiveId" clId="{C654AD1A-6446-42C3-8356-B812B5FDD068}" dt="2026-10-28T13:57:05.221" v="92" actId="22"/>
          <ac:picMkLst>
            <pc:docMk/>
            <pc:sldMk cId="0" sldId="320"/>
            <ac:picMk id="4" creationId="{C2E41941-05DD-5A8D-FAA4-4D6354B2CBE5}"/>
          </ac:picMkLst>
        </pc:picChg>
      </pc:sldChg>
      <pc:sldChg chg="addSp delSp mod">
        <pc:chgData name="Carlos Hernandez" userId="cb17c3717ba58132" providerId="LiveId" clId="{C654AD1A-6446-42C3-8356-B812B5FDD068}" dt="2026-10-28T13:57:12.969" v="94" actId="22"/>
        <pc:sldMkLst>
          <pc:docMk/>
          <pc:sldMk cId="0" sldId="321"/>
        </pc:sldMkLst>
        <pc:spChg chg="del">
          <ac:chgData name="Carlos Hernandez" userId="cb17c3717ba58132" providerId="LiveId" clId="{C654AD1A-6446-42C3-8356-B812B5FDD068}" dt="2026-10-28T13:57:12.761" v="93" actId="478"/>
          <ac:spMkLst>
            <pc:docMk/>
            <pc:sldMk cId="0" sldId="321"/>
            <ac:spMk id="2" creationId="{DA729A28-C20B-AE81-6CAA-F9A29D7AE740}"/>
          </ac:spMkLst>
        </pc:spChg>
        <pc:picChg chg="add">
          <ac:chgData name="Carlos Hernandez" userId="cb17c3717ba58132" providerId="LiveId" clId="{C654AD1A-6446-42C3-8356-B812B5FDD068}" dt="2026-10-28T13:57:12.969" v="94" actId="22"/>
          <ac:picMkLst>
            <pc:docMk/>
            <pc:sldMk cId="0" sldId="321"/>
            <ac:picMk id="4" creationId="{A1993936-5E91-7F27-B4E8-F2D05C312F24}"/>
          </ac:picMkLst>
        </pc:picChg>
      </pc:sldChg>
      <pc:sldChg chg="addSp delSp modSp mod">
        <pc:chgData name="Carlos Hernandez" userId="cb17c3717ba58132" providerId="LiveId" clId="{C654AD1A-6446-42C3-8356-B812B5FDD068}" dt="2026-10-28T13:57:45.971" v="103" actId="22"/>
        <pc:sldMkLst>
          <pc:docMk/>
          <pc:sldMk cId="0" sldId="325"/>
        </pc:sldMkLst>
        <pc:spChg chg="del mod">
          <ac:chgData name="Carlos Hernandez" userId="cb17c3717ba58132" providerId="LiveId" clId="{C654AD1A-6446-42C3-8356-B812B5FDD068}" dt="2026-10-28T13:57:39.694" v="102" actId="478"/>
          <ac:spMkLst>
            <pc:docMk/>
            <pc:sldMk cId="0" sldId="325"/>
            <ac:spMk id="2" creationId="{0A18C098-E8D1-BAE8-AFE5-3AE0C39CCCC9}"/>
          </ac:spMkLst>
        </pc:spChg>
        <pc:picChg chg="add">
          <ac:chgData name="Carlos Hernandez" userId="cb17c3717ba58132" providerId="LiveId" clId="{C654AD1A-6446-42C3-8356-B812B5FDD068}" dt="2026-10-28T13:57:45.971" v="103" actId="22"/>
          <ac:picMkLst>
            <pc:docMk/>
            <pc:sldMk cId="0" sldId="325"/>
            <ac:picMk id="4" creationId="{E318C9AC-E887-B525-E7C2-0E70A76F6EFD}"/>
          </ac:picMkLst>
        </pc:picChg>
      </pc:sldChg>
      <pc:sldChg chg="del">
        <pc:chgData name="Carlos Hernandez" userId="cb17c3717ba58132" providerId="LiveId" clId="{C654AD1A-6446-42C3-8356-B812B5FDD068}" dt="2026-10-28T13:57:36.370" v="99" actId="47"/>
        <pc:sldMkLst>
          <pc:docMk/>
          <pc:sldMk cId="0" sldId="326"/>
        </pc:sldMkLst>
      </pc:sldChg>
      <pc:sldChg chg="del">
        <pc:chgData name="Carlos Hernandez" userId="cb17c3717ba58132" providerId="LiveId" clId="{C654AD1A-6446-42C3-8356-B812B5FDD068}" dt="2026-10-28T13:57:37.195" v="100" actId="47"/>
        <pc:sldMkLst>
          <pc:docMk/>
          <pc:sldMk cId="0" sldId="327"/>
        </pc:sldMkLst>
      </pc:sldChg>
      <pc:sldChg chg="delSp modSp mod">
        <pc:chgData name="Carlos Hernandez" userId="cb17c3717ba58132" providerId="LiveId" clId="{C654AD1A-6446-42C3-8356-B812B5FDD068}" dt="2026-10-28T13:49:56.587" v="43" actId="14100"/>
        <pc:sldMkLst>
          <pc:docMk/>
          <pc:sldMk cId="0" sldId="330"/>
        </pc:sldMkLst>
        <pc:spChg chg="del">
          <ac:chgData name="Carlos Hernandez" userId="cb17c3717ba58132" providerId="LiveId" clId="{C654AD1A-6446-42C3-8356-B812B5FDD068}" dt="2026-10-28T13:49:44.802" v="36" actId="478"/>
          <ac:spMkLst>
            <pc:docMk/>
            <pc:sldMk cId="0" sldId="330"/>
            <ac:spMk id="2" creationId="{27744FA9-7880-370A-54BF-3112F04B6910}"/>
          </ac:spMkLst>
        </pc:spChg>
        <pc:graphicFrameChg chg="mod modGraphic">
          <ac:chgData name="Carlos Hernandez" userId="cb17c3717ba58132" providerId="LiveId" clId="{C654AD1A-6446-42C3-8356-B812B5FDD068}" dt="2026-10-28T13:49:56.587" v="43" actId="14100"/>
          <ac:graphicFrameMkLst>
            <pc:docMk/>
            <pc:sldMk cId="0" sldId="330"/>
            <ac:graphicFrameMk id="224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8526227be_0_4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9" name="Google Shape;119;g3a8526227be_0_4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8526227be_0_4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g3a8526227be_0_4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8526227be_0_4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0" name="Google Shape;160;g3a8526227be_0_4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8526227be_0_4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8" name="Google Shape;168;g3a8526227be_0_4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8526227be_0_4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7" name="Google Shape;177;g3a8526227be_0_4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a8526227be_0_4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5" name="Google Shape;185;g3a8526227be_0_4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a8526227be_0_4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4" name="Google Shape;194;g3a8526227be_0_4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a8526227be_0_5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0" name="Google Shape;210;g3a8526227be_0_5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8526227be_0_5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8" name="Google Shape;218;g3a8526227be_0_5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a8526227be_0_5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a8526227be_0_5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a8526227be_0_5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5" name="Google Shape;235;g3a8526227be_0_5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a8526227be_0_5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3" name="Google Shape;243;g3a8526227be_0_5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a8526227be_0_5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7" name="Google Shape;267;g3a8526227be_0_5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a8526227be_0_5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3" name="Google Shape;283;g3a8526227be_0_5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a8526227be_0_5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1" name="Google Shape;291;g3a8526227be_0_5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8526227be_0_4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3" name="Google Shape;143;g3a8526227be_0_4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8526227be_0_4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1" name="Google Shape;151;g3a8526227be_0_4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8526227be_0_4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5" name="Google Shape;135;g3a8526227be_0_4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a8526227be_0_5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9" name="Google Shape;299;g3a8526227be_0_5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a854632a9a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g3a854632a9a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a854632a9a_2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16" name="Google Shape;316;g3a854632a9a_2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a854632a9a_2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32" name="Google Shape;332;g3a854632a9a_2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a854632a9a_2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67" name="Google Shape;367;g3a854632a9a_2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a8526227be_0_5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75" name="Google Shape;375;g3a8526227be_0_5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a854632a9a_2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83" name="Google Shape;383;g3a854632a9a_2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a854632a9a_2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10" name="Google Shape;410;g3a854632a9a_2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a854632a9a_2_3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6" name="Google Shape;476;g3a854632a9a_2_3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a854632a9a_2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16" name="Google Shape;516;g3a854632a9a_2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a854632a9a_2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32" name="Google Shape;532;g3a854632a9a_2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a854632a9a_2_2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66" name="Google Shape;566;g3a854632a9a_2_2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a854632a9a_2_2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74" name="Google Shape;574;g3a854632a9a_2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3a854632a9a_2_2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82" name="Google Shape;582;g3a854632a9a_2_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a854632a9a_2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92" name="Google Shape;392;g3a854632a9a_2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a854632a9a_2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90" name="Google Shape;590;g3a854632a9a_2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a854632a9a_2_2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15" name="Google Shape;615;g3a854632a9a_2_2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3a854632a9a_2_2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23" name="Google Shape;623;g3a854632a9a_2_2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3a854632a9a_2_2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31" name="Google Shape;631;g3a854632a9a_2_2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a854632a9a_2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01" name="Google Shape;401;g3a854632a9a_2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3a8526227be_0_6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39" name="Google Shape;639;g3a8526227be_0_6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a854632a9a_2_3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49" name="Google Shape;649;g3a854632a9a_2_3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3a854632a9a_2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65" name="Google Shape;665;g3a854632a9a_2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3a8526227be_0_6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9" name="Google Shape;689;g3a8526227be_0_6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3a8526227be_0_6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96" name="Google Shape;696;g3a8526227be_0_6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164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 b="0" cap="none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1"/>
          </p:nvPr>
        </p:nvSpPr>
        <p:spPr>
          <a:xfrm>
            <a:off x="581193" y="2228003"/>
            <a:ext cx="5422390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2"/>
          </p:nvPr>
        </p:nvSpPr>
        <p:spPr>
          <a:xfrm>
            <a:off x="6188417" y="2228003"/>
            <a:ext cx="5422392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2"/>
          </p:nvPr>
        </p:nvSpPr>
        <p:spPr>
          <a:xfrm>
            <a:off x="581194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3"/>
          </p:nvPr>
        </p:nvSpPr>
        <p:spPr>
          <a:xfrm>
            <a:off x="6523735" y="2250892"/>
            <a:ext cx="5087073" cy="553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body" idx="4"/>
          </p:nvPr>
        </p:nvSpPr>
        <p:spPr>
          <a:xfrm>
            <a:off x="6217709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57" name="Google Shape;57;p7"/>
          <p:cNvSpPr/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7"/>
          <p:cNvSpPr txBox="1"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/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9"/>
          <p:cNvSpPr txBox="1"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58AC"/>
              </a:buClr>
              <a:buSzPts val="2000"/>
              <a:buFont typeface="Gill Sans"/>
              <a:buNone/>
              <a:defRPr sz="2000" b="0"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body" idx="1"/>
          </p:nvPr>
        </p:nvSpPr>
        <p:spPr>
          <a:xfrm>
            <a:off x="447816" y="601200"/>
            <a:ext cx="11292840" cy="42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544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marL="1371600" lvl="2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marL="1828800" lvl="3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marL="2286000" lvl="4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marL="2743200" lvl="5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marL="3200400" lvl="6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marL="3657600" lvl="7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marL="4114800" lvl="8" indent="-310388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body" idx="2"/>
          </p:nvPr>
        </p:nvSpPr>
        <p:spPr>
          <a:xfrm>
            <a:off x="5740823" y="5262296"/>
            <a:ext cx="5869987" cy="689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SzPts val="1012"/>
              <a:buNone/>
              <a:defRPr sz="11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 txBox="1"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ill Sans"/>
              <a:buNone/>
              <a:defRPr sz="2400" b="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0"/>
          <p:cNvSpPr>
            <a:spLocks noGrp="1"/>
          </p:cNvSpPr>
          <p:nvPr>
            <p:ph type="pic" idx="2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0"/>
          <p:cNvSpPr txBox="1">
            <a:spLocks noGrp="1"/>
          </p:cNvSpPr>
          <p:nvPr>
            <p:ph type="body" idx="1"/>
          </p:nvPr>
        </p:nvSpPr>
        <p:spPr>
          <a:xfrm>
            <a:off x="581192" y="5260127"/>
            <a:ext cx="11029617" cy="598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104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75" name="Google Shape;75;p10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0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body" idx="1"/>
          </p:nvPr>
        </p:nvSpPr>
        <p:spPr>
          <a:xfrm rot="5400000">
            <a:off x="4334603" y="-1417408"/>
            <a:ext cx="3522794" cy="1102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/>
            </a:lvl2pPr>
            <a:lvl3pPr marL="1371600" lvl="2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marL="1828800" lvl="3" indent="-2987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marL="2286000" lvl="4" indent="-2987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1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2"/>
          <p:cNvSpPr/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2"/>
          <p:cNvSpPr txBox="1">
            <a:spLocks noGrp="1"/>
          </p:cNvSpPr>
          <p:nvPr>
            <p:ph type="title"/>
          </p:nvPr>
        </p:nvSpPr>
        <p:spPr>
          <a:xfrm rot="5400000">
            <a:off x="7249746" y="2265181"/>
            <a:ext cx="5183073" cy="2004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body" idx="1"/>
          </p:nvPr>
        </p:nvSpPr>
        <p:spPr>
          <a:xfrm rot="5400000">
            <a:off x="2131526" y="-680877"/>
            <a:ext cx="5183073" cy="789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9" name="Google Shape;89;p12"/>
          <p:cNvSpPr txBox="1">
            <a:spLocks noGrp="1"/>
          </p:cNvSpPr>
          <p:nvPr>
            <p:ph type="dt" idx="10"/>
          </p:nvPr>
        </p:nvSpPr>
        <p:spPr>
          <a:xfrm>
            <a:off x="8993673" y="5956137"/>
            <a:ext cx="132814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2"/>
          <p:cNvSpPr txBox="1">
            <a:spLocks noGrp="1"/>
          </p:cNvSpPr>
          <p:nvPr>
            <p:ph type="ftr" idx="11"/>
          </p:nvPr>
        </p:nvSpPr>
        <p:spPr>
          <a:xfrm>
            <a:off x="774923" y="5951811"/>
            <a:ext cx="78962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2"/>
          <p:cNvSpPr txBox="1">
            <a:spLocks noGrp="1"/>
          </p:cNvSpPr>
          <p:nvPr>
            <p:ph type="sldNum" idx="12"/>
          </p:nvPr>
        </p:nvSpPr>
        <p:spPr>
          <a:xfrm>
            <a:off x="10446615" y="5956137"/>
            <a:ext cx="11641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  <a:defRPr sz="2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33756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Segoe UI Symbol"/>
              <a:buChar char="◼"/>
              <a:defRPr sz="18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22072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Segoe UI Symbol"/>
              <a:buChar char="◼"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1038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Segoe UI Symbol"/>
              <a:buChar char="◼"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Segoe UI Symbol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Segoe UI Symbol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Segoe UI Symbol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Segoe UI Symbol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Segoe UI Symbol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298704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Segoe UI Symbol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1" name="Google Shape;11;p1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ctrTitle"/>
          </p:nvPr>
        </p:nvSpPr>
        <p:spPr>
          <a:xfrm>
            <a:off x="599226" y="3158569"/>
            <a:ext cx="10993549" cy="1578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s-ES" dirty="0">
                <a:solidFill>
                  <a:schemeClr val="lt1"/>
                </a:solidFill>
              </a:rPr>
              <a:t>MANUAL</a:t>
            </a:r>
            <a:br>
              <a:rPr lang="es-ES" dirty="0">
                <a:solidFill>
                  <a:schemeClr val="lt1"/>
                </a:solidFill>
              </a:rPr>
            </a:br>
            <a:r>
              <a:rPr lang="es-ES" dirty="0">
                <a:solidFill>
                  <a:schemeClr val="lt1"/>
                </a:solidFill>
              </a:rPr>
              <a:t>CONVERSIÓN UNIDADES RESTFUL DOTNET</a:t>
            </a:r>
            <a:endParaRPr dirty="0"/>
          </a:p>
        </p:txBody>
      </p:sp>
      <p:sp>
        <p:nvSpPr>
          <p:cNvPr id="97" name="Google Shape;97;p13"/>
          <p:cNvSpPr txBox="1">
            <a:spLocks noGrp="1"/>
          </p:cNvSpPr>
          <p:nvPr>
            <p:ph type="subTitle" idx="1"/>
          </p:nvPr>
        </p:nvSpPr>
        <p:spPr>
          <a:xfrm>
            <a:off x="599226" y="4572000"/>
            <a:ext cx="4261531" cy="1812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72"/>
              <a:buNone/>
            </a:pPr>
            <a:endParaRPr b="1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SzPts val="1472"/>
              <a:buNone/>
            </a:pPr>
            <a:r>
              <a:rPr lang="es-ES" b="1">
                <a:solidFill>
                  <a:schemeClr val="lt1"/>
                </a:solidFill>
              </a:rPr>
              <a:t>INTEGRANTES:</a:t>
            </a:r>
            <a:r>
              <a:rPr lang="es-ES">
                <a:solidFill>
                  <a:schemeClr val="lt1"/>
                </a:solidFill>
              </a:rPr>
              <a:t> 	</a:t>
            </a:r>
            <a:r>
              <a:rPr lang="es-MX">
                <a:solidFill>
                  <a:schemeClr val="lt1"/>
                </a:solidFill>
              </a:rPr>
              <a:t>CRIOLLO MATEO</a:t>
            </a:r>
            <a:br>
              <a:rPr lang="es-MX">
                <a:solidFill>
                  <a:schemeClr val="lt1"/>
                </a:solidFill>
              </a:rPr>
            </a:br>
            <a:r>
              <a:rPr lang="es-MX">
                <a:solidFill>
                  <a:schemeClr val="lt1"/>
                </a:solidFill>
              </a:rPr>
              <a:t>		HERNÁNDEZ CARLOS</a:t>
            </a:r>
            <a:br>
              <a:rPr lang="es-MX">
                <a:solidFill>
                  <a:schemeClr val="lt1"/>
                </a:solidFill>
              </a:rPr>
            </a:br>
            <a:r>
              <a:rPr lang="es-MX">
                <a:solidFill>
                  <a:schemeClr val="lt1"/>
                </a:solidFill>
              </a:rPr>
              <a:t>		REVILLA ANTONIO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98" name="Google Shape;98;p13" descr="Resultado de imagen para esp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9597" y="716302"/>
            <a:ext cx="11647502" cy="21939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3"/>
          <p:cNvSpPr txBox="1"/>
          <p:nvPr/>
        </p:nvSpPr>
        <p:spPr>
          <a:xfrm>
            <a:off x="9037063" y="5301801"/>
            <a:ext cx="4261531" cy="123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4590B8"/>
              </a:buClr>
              <a:buSzPts val="1472"/>
              <a:buFont typeface="Segoe UI Symbol"/>
              <a:buNone/>
            </a:pPr>
            <a:r>
              <a:rPr lang="es-ES" sz="16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GRUPO:  3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Segoe UI Symbol"/>
              <a:buNone/>
            </a:pPr>
            <a:r>
              <a:rPr lang="es-ES" sz="16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FECHA:  </a:t>
            </a:r>
            <a:r>
              <a:rPr lang="es-ES" sz="16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27/10/2026</a:t>
            </a:r>
            <a:endParaRPr sz="16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Segoe UI Symbol"/>
              <a:buNone/>
            </a:pPr>
            <a:r>
              <a:rPr lang="es-ES" sz="16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ING: </a:t>
            </a:r>
            <a:r>
              <a:rPr lang="es-ES" sz="1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CAMPAÑA MAURICIO</a:t>
            </a:r>
            <a:endParaRPr sz="1600" b="1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0" name="Google Shape;100;p13"/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/>
          <p:nvPr/>
        </p:nvSpPr>
        <p:spPr>
          <a:xfrm>
            <a:off x="0" y="614406"/>
            <a:ext cx="12192000" cy="624359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/>
              <a:buNone/>
            </a:pPr>
            <a:endParaRPr sz="18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7" name="Google Shape;107;p14"/>
          <p:cNvSpPr txBox="1">
            <a:spLocks noGrp="1"/>
          </p:cNvSpPr>
          <p:nvPr>
            <p:ph type="body" idx="1"/>
          </p:nvPr>
        </p:nvSpPr>
        <p:spPr>
          <a:xfrm>
            <a:off x="596348" y="701336"/>
            <a:ext cx="3389726" cy="5424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30600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DESARROLLO</a:t>
            </a:r>
            <a:endParaRPr/>
          </a:p>
          <a:p>
            <a:pPr marL="630000" lvl="1" indent="-320020" algn="l" rtl="0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>
                <a:solidFill>
                  <a:schemeClr val="lt1"/>
                </a:solidFill>
              </a:rPr>
              <a:t>OBJETIVO</a:t>
            </a:r>
            <a:endParaRPr/>
          </a:p>
          <a:p>
            <a:pPr marL="630000" lvl="1" indent="-320020" algn="l" rtl="0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>
                <a:solidFill>
                  <a:schemeClr val="lt1"/>
                </a:solidFill>
              </a:rPr>
              <a:t>CREACIÓN DEL SERVIDOR REST EN DOTNET</a:t>
            </a:r>
            <a:endParaRPr/>
          </a:p>
          <a:p>
            <a:pPr marL="630000" lvl="1" indent="-320020" algn="l" rtl="0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 sz="1800">
                <a:solidFill>
                  <a:schemeClr val="lt1"/>
                </a:solidFill>
              </a:rPr>
              <a:t>CREACIÓN DEL PROYECTO – CLIENTE CONSOLA</a:t>
            </a:r>
            <a:endParaRPr/>
          </a:p>
          <a:p>
            <a:pPr marL="630000" lvl="1" indent="-320020" algn="l" rtl="0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 sz="1800">
                <a:solidFill>
                  <a:schemeClr val="lt1"/>
                </a:solidFill>
              </a:rPr>
              <a:t>CREACIÓN DEL PROYECTO – CLIENTE ESCRITORIO</a:t>
            </a:r>
            <a:endParaRPr/>
          </a:p>
          <a:p>
            <a:pPr marL="630000" lvl="1" indent="-320020" algn="l" rtl="0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 sz="1800">
                <a:solidFill>
                  <a:schemeClr val="lt1"/>
                </a:solidFill>
              </a:rPr>
              <a:t>CREACIÓN DEL PROYECTO – CLIENTE WEB</a:t>
            </a:r>
            <a:endParaRPr/>
          </a:p>
          <a:p>
            <a:pPr marL="630000" lvl="1" indent="-320020" algn="l" rtl="0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 sz="1800">
                <a:solidFill>
                  <a:schemeClr val="lt1"/>
                </a:solidFill>
              </a:rPr>
              <a:t>CREACIÓN DEL PROYECTO – CLIENTE MÓVIL</a:t>
            </a:r>
            <a:endParaRPr/>
          </a:p>
          <a:p>
            <a:pPr marL="306000" marR="0" lvl="0" indent="-306000" algn="l" rtl="0">
              <a:lnSpc>
                <a:spcPct val="100000"/>
              </a:lnSpc>
              <a:spcBef>
                <a:spcPts val="906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100000"/>
              </a:lnSpc>
              <a:spcBef>
                <a:spcPts val="906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RECOMENDACIONES</a:t>
            </a:r>
            <a:endParaRPr/>
          </a:p>
        </p:txBody>
      </p:sp>
      <p:pic>
        <p:nvPicPr>
          <p:cNvPr id="108" name="Google Shape;108;p14" descr="Resultado de imagen para AGENDA 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91522" y="1935576"/>
            <a:ext cx="6489819" cy="3007477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8589300" cy="36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∙"/>
            </a:pPr>
            <a:r>
              <a:rPr lang="es-ES" b="1" dirty="0"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es-ES" sz="1800" b="1" dirty="0">
                <a:latin typeface="Cambria"/>
                <a:ea typeface="Cambria"/>
                <a:cs typeface="Cambria"/>
                <a:sym typeface="Cambria"/>
              </a:rPr>
              <a:t>.1	OBJETIVO</a:t>
            </a:r>
            <a:endParaRPr b="1" dirty="0"/>
          </a:p>
          <a:p>
            <a:pPr marL="342900" marR="0" lvl="0" indent="-237744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Segoe UI Symbol"/>
              <a:buNone/>
            </a:pPr>
            <a:endParaRPr sz="1800" dirty="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∙"/>
            </a:pPr>
            <a:r>
              <a:rPr lang="es-MX" dirty="0">
                <a:latin typeface="Cambria"/>
                <a:ea typeface="Cambria"/>
                <a:cs typeface="Cambria"/>
                <a:sym typeface="Cambria"/>
              </a:rPr>
              <a:t>Desarrollar e implementar un servicio web </a:t>
            </a:r>
            <a:r>
              <a:rPr lang="es-MX" dirty="0" err="1">
                <a:latin typeface="Cambria"/>
                <a:ea typeface="Cambria"/>
                <a:cs typeface="Cambria"/>
                <a:sym typeface="Cambria"/>
              </a:rPr>
              <a:t>RESTful</a:t>
            </a:r>
            <a:r>
              <a:rPr lang="es-MX" dirty="0">
                <a:latin typeface="Cambria"/>
                <a:ea typeface="Cambria"/>
                <a:cs typeface="Cambria"/>
                <a:sym typeface="Cambria"/>
              </a:rPr>
              <a:t> mediante ASP.NET Core Web API (.NET 8), sin base de datos, para realizar conversiones de unidades de longitud, masa y temperatura desde clientes de consola, escritorio, web y móvil.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200" y="2180500"/>
            <a:ext cx="8589300" cy="16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1929" b="1">
                <a:latin typeface="Cambria"/>
                <a:ea typeface="Cambria"/>
                <a:cs typeface="Cambria"/>
                <a:sym typeface="Cambria"/>
              </a:rPr>
              <a:t>1.2.1 	Creación del Proyecto</a:t>
            </a:r>
            <a:endParaRPr sz="1929" b="1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948"/>
              <a:buNone/>
            </a:pP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Segoe UI Symbol"/>
              <a:buChar char="∙"/>
            </a:pPr>
            <a:r>
              <a:rPr lang="es-MX">
                <a:latin typeface="Cambria"/>
                <a:ea typeface="Cambria"/>
                <a:cs typeface="Cambria"/>
                <a:sym typeface="Cambria"/>
              </a:rPr>
              <a:t>En Visual Studio se selecciona Crear un proyecto y la plantilla ASP.NET Core Web API (C#), que genera una API con controladores servida por Kestrel.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245629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Segoe UI Symbol"/>
              <a:buNone/>
            </a:pP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C49995-4F19-CDEF-613E-6CDB55E6DA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8952" y="3905440"/>
            <a:ext cx="5998373" cy="18827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30" name="Google Shape;130;p17"/>
          <p:cNvSpPr txBox="1">
            <a:spLocks noGrp="1"/>
          </p:cNvSpPr>
          <p:nvPr>
            <p:ph type="body" idx="1"/>
          </p:nvPr>
        </p:nvSpPr>
        <p:spPr>
          <a:xfrm>
            <a:off x="581200" y="1781575"/>
            <a:ext cx="8589300" cy="16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Segoe UI Symbol"/>
              <a:buChar char="∙"/>
            </a:pPr>
            <a:r>
              <a:rPr lang="es-MX">
                <a:latin typeface="Cambria"/>
                <a:ea typeface="Cambria"/>
                <a:cs typeface="Cambria"/>
                <a:sym typeface="Cambria"/>
              </a:rPr>
              <a:t>Se asigna el nombre WS_CON_UNI_DOTNET_REST, se elige la carpeta 04. SERVIDOR como ubicación y en Información adicional se selecciona .NET 8.0 con la opción Usar controladores.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1" name="Google Shape;131;p1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94900F-2C36-B408-31E5-18A8FE528B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3459" y="3543194"/>
            <a:ext cx="6779421" cy="74373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63" name="Google Shape;163;p21"/>
          <p:cNvSpPr txBox="1">
            <a:spLocks noGrp="1"/>
          </p:cNvSpPr>
          <p:nvPr>
            <p:ph type="body" idx="1"/>
          </p:nvPr>
        </p:nvSpPr>
        <p:spPr>
          <a:xfrm>
            <a:off x="581200" y="2180500"/>
            <a:ext cx="4557900" cy="3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Char char="∙"/>
            </a:pPr>
            <a:r>
              <a:rPr lang="es-ES" sz="1677" b="1">
                <a:latin typeface="Cambria"/>
                <a:ea typeface="Cambria"/>
                <a:cs typeface="Cambria"/>
                <a:sym typeface="Cambria"/>
              </a:rPr>
              <a:t>ESTRUCTURA MVC</a:t>
            </a: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90"/>
              <a:buNone/>
            </a:pP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3509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Font typeface="Cambria"/>
              <a:buChar char="∙"/>
            </a:pPr>
            <a:r>
              <a:rPr lang="es-MX" sz="1677">
                <a:latin typeface="Cambria"/>
                <a:ea typeface="Cambria"/>
                <a:cs typeface="Cambria"/>
                <a:sym typeface="Cambria"/>
              </a:rPr>
              <a:t>Aplicando el patrón MVC junto a otras capas, se elimina el ejemplo WeatherForecast y se crean las carpetas Controladores, Modelo, Seguridad, Servicios (con Conversores) y Vista (DTO).</a:t>
            </a: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90"/>
              <a:buNone/>
            </a:pPr>
            <a:endParaRPr sz="159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245629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Segoe UI Symbol"/>
              <a:buNone/>
            </a:pP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4" name="Google Shape;164;p21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791E05-F961-CEE0-127E-87BBCEF619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9072" y="1990199"/>
            <a:ext cx="3176016" cy="47110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71" name="Google Shape;171;p22"/>
          <p:cNvSpPr txBox="1">
            <a:spLocks noGrp="1"/>
          </p:cNvSpPr>
          <p:nvPr>
            <p:ph type="body" idx="1"/>
          </p:nvPr>
        </p:nvSpPr>
        <p:spPr>
          <a:xfrm>
            <a:off x="581200" y="2180500"/>
            <a:ext cx="8589300" cy="16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1929" b="1">
                <a:latin typeface="Cambria"/>
                <a:ea typeface="Cambria"/>
                <a:cs typeface="Cambria"/>
                <a:sym typeface="Cambria"/>
              </a:rPr>
              <a:t>1.2.2 	Controladores del Servicio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Segoe UI Symbol"/>
              <a:buChar char="∙"/>
            </a:pPr>
            <a:r>
              <a:rPr lang="es-MX">
                <a:latin typeface="Cambria"/>
                <a:ea typeface="Cambria"/>
                <a:cs typeface="Cambria"/>
                <a:sym typeface="Cambria"/>
              </a:rPr>
              <a:t>En Controladores se definen los recursos REST de la Web API.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Cambria"/>
              <a:buChar char="∙"/>
            </a:pPr>
            <a:r>
              <a:rPr lang="es-MX">
                <a:latin typeface="Cambria"/>
                <a:ea typeface="Cambria"/>
                <a:cs typeface="Cambria"/>
                <a:sym typeface="Cambria"/>
              </a:rPr>
              <a:t>Se crean AutenticacionControlador (público) y ConversionUnidadesControlador (protegido).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245629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Segoe UI Symbol"/>
              <a:buNone/>
            </a:pP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2" name="Google Shape;172;p22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7F98CB-DB55-8D2B-82A8-871DDA4E24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4651" y="3724874"/>
            <a:ext cx="3985877" cy="18229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80" name="Google Shape;180;p23"/>
          <p:cNvSpPr txBox="1">
            <a:spLocks noGrp="1"/>
          </p:cNvSpPr>
          <p:nvPr>
            <p:ph type="body" idx="1"/>
          </p:nvPr>
        </p:nvSpPr>
        <p:spPr>
          <a:xfrm>
            <a:off x="581200" y="2180500"/>
            <a:ext cx="2402100" cy="39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509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Font typeface="Cambria"/>
              <a:buChar char="∙"/>
            </a:pPr>
            <a:r>
              <a:rPr lang="es-MX" sz="1677" b="1" dirty="0">
                <a:latin typeface="Cambria"/>
                <a:ea typeface="Cambria"/>
                <a:cs typeface="Cambria"/>
                <a:sym typeface="Cambria"/>
              </a:rPr>
              <a:t>Se codifican los controladores bajo los siguientes lineamientos</a:t>
            </a:r>
            <a:endParaRPr sz="1677" b="1" dirty="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77" b="1" dirty="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3509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Font typeface="Cambria"/>
              <a:buChar char="∙"/>
            </a:pPr>
            <a:r>
              <a:rPr lang="es-MX" sz="1677" dirty="0">
                <a:latin typeface="Cambria"/>
                <a:ea typeface="Cambria"/>
                <a:cs typeface="Cambria"/>
                <a:sym typeface="Cambria"/>
              </a:rPr>
              <a:t>1. El controlador público expone POST </a:t>
            </a:r>
            <a:r>
              <a:rPr lang="es-MX" sz="1677" dirty="0" err="1">
                <a:latin typeface="Cambria"/>
                <a:ea typeface="Cambria"/>
                <a:cs typeface="Cambria"/>
                <a:sym typeface="Cambria"/>
              </a:rPr>
              <a:t>login</a:t>
            </a:r>
            <a:r>
              <a:rPr lang="es-MX" sz="1677" dirty="0">
                <a:latin typeface="Cambria"/>
                <a:ea typeface="Cambria"/>
                <a:cs typeface="Cambria"/>
                <a:sym typeface="Cambria"/>
              </a:rPr>
              <a:t> y POST cambiar-clave.</a:t>
            </a:r>
            <a:br>
              <a:rPr lang="es-ES" sz="1677" b="1" dirty="0">
                <a:latin typeface="Cambria"/>
                <a:ea typeface="Cambria"/>
                <a:cs typeface="Cambria"/>
                <a:sym typeface="Cambria"/>
              </a:rPr>
            </a:br>
            <a:endParaRPr sz="1677" b="1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endParaRPr sz="1677" b="1" dirty="0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90"/>
              <a:buNone/>
            </a:pPr>
            <a:endParaRPr sz="1591" dirty="0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245629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Segoe UI Symbol"/>
              <a:buNone/>
            </a:pPr>
            <a:endParaRPr sz="18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1" name="Google Shape;181;p23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182" name="Google Shape;182;p23"/>
          <p:cNvGraphicFramePr/>
          <p:nvPr>
            <p:extLst>
              <p:ext uri="{D42A27DB-BD31-4B8C-83A1-F6EECF244321}">
                <p14:modId xmlns:p14="http://schemas.microsoft.com/office/powerpoint/2010/main" val="427278194"/>
              </p:ext>
            </p:extLst>
          </p:nvPr>
        </p:nvGraphicFramePr>
        <p:xfrm>
          <a:off x="3395925" y="2866125"/>
          <a:ext cx="5400050" cy="364744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540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[ApiController]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[Route("api/autenticacion")]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class AutenticacionControlador : ControllerBase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[HttpPost("login")]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public RespuestaDto Login(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[FromBody(EmptyBodyBehavior = EmptyBodyBehavior.Allow)] CredencialesDto credenciales)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CredencialesDto c = credenciales ?? new CredencialesDto();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return RespuestaMapeador.DeToken(servicioAutenticacion.Login(c.Usuario, c.Clave));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[HttpPost("cambiar-clave")]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public RespuestaDto CambiarClave(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[FromBody(EmptyBodyBehavior = EmptyBodyBehavior.Allow)] CambioClaveDto cambio)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CambioClaveDto c = cambio ?? new CambioClaveDto();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servicioAutenticacion.CambiarClave(c.Usuario, c.ClaveActual, c.ClaveNueva);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return RespuestaMapeador.DeCambioClave();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4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88" name="Google Shape;188;p24"/>
          <p:cNvSpPr txBox="1">
            <a:spLocks noGrp="1"/>
          </p:cNvSpPr>
          <p:nvPr>
            <p:ph type="body" idx="1"/>
          </p:nvPr>
        </p:nvSpPr>
        <p:spPr>
          <a:xfrm>
            <a:off x="581200" y="2180500"/>
            <a:ext cx="2402100" cy="39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509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Font typeface="Cambria"/>
              <a:buChar char="∙"/>
            </a:pPr>
            <a:r>
              <a:rPr lang="es-MX" sz="1677">
                <a:latin typeface="Cambria"/>
                <a:ea typeface="Cambria"/>
                <a:cs typeface="Cambria"/>
                <a:sym typeface="Cambria"/>
              </a:rPr>
              <a:t>2. El controlador protegido se decora con [Protegido] y su ruta base es /api.</a:t>
            </a:r>
            <a:endParaRPr sz="1677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3509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Font typeface="Cambria"/>
              <a:buChar char="∙"/>
            </a:pPr>
            <a:r>
              <a:rPr lang="es-MX" sz="1677">
                <a:latin typeface="Cambria"/>
                <a:ea typeface="Cambria"/>
                <a:cs typeface="Cambria"/>
                <a:sym typeface="Cambria"/>
              </a:rPr>
              <a:t>3. Recibe por inyección de dependencias los servicios de negocio que utiliza.</a:t>
            </a:r>
            <a:br>
              <a:rPr lang="es-ES" sz="1677" b="1">
                <a:latin typeface="Cambria"/>
                <a:ea typeface="Cambria"/>
                <a:cs typeface="Cambria"/>
                <a:sym typeface="Cambria"/>
              </a:rPr>
            </a:b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90"/>
              <a:buNone/>
            </a:pPr>
            <a:endParaRPr sz="159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245629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Segoe UI Symbol"/>
              <a:buNone/>
            </a:pP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9" name="Google Shape;189;p24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190" name="Google Shape;190;p24"/>
          <p:cNvGraphicFramePr/>
          <p:nvPr>
            <p:extLst>
              <p:ext uri="{D42A27DB-BD31-4B8C-83A1-F6EECF244321}">
                <p14:modId xmlns:p14="http://schemas.microsoft.com/office/powerpoint/2010/main" val="732391690"/>
              </p:ext>
            </p:extLst>
          </p:nvPr>
        </p:nvGraphicFramePr>
        <p:xfrm>
          <a:off x="3701450" y="2180500"/>
          <a:ext cx="5400050" cy="96520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540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[ApiController]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[Route("api")]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[Protegido]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class ConversionUnidadesControlador : ControllerBase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</a:t>
                      </a: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1" name="Google Shape;191;p24"/>
          <p:cNvGraphicFramePr/>
          <p:nvPr>
            <p:extLst>
              <p:ext uri="{D42A27DB-BD31-4B8C-83A1-F6EECF244321}">
                <p14:modId xmlns:p14="http://schemas.microsoft.com/office/powerpoint/2010/main" val="2713062472"/>
              </p:ext>
            </p:extLst>
          </p:nvPr>
        </p:nvGraphicFramePr>
        <p:xfrm>
          <a:off x="3701450" y="3375275"/>
          <a:ext cx="5400050" cy="146812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540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private readonly ServicioCatalogo servicioCatalogo;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private readonly ServicioConversion servicioConversion;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ConversionUnidadesControlador(ServicioCatalogo servicioCatalogo,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                 ServicioConversion servicioConversion)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this.servicioCatalogo = servicioCatalogo;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this.servicioConversion = servicioConversion;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97" name="Google Shape;197;p25"/>
          <p:cNvSpPr txBox="1">
            <a:spLocks noGrp="1"/>
          </p:cNvSpPr>
          <p:nvPr>
            <p:ph type="body" idx="1"/>
          </p:nvPr>
        </p:nvSpPr>
        <p:spPr>
          <a:xfrm>
            <a:off x="581200" y="2180500"/>
            <a:ext cx="2402100" cy="39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509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Font typeface="Cambria"/>
              <a:buChar char="∙"/>
            </a:pPr>
            <a:r>
              <a:rPr lang="es-MX" sz="1677">
                <a:latin typeface="Cambria"/>
                <a:ea typeface="Cambria"/>
                <a:cs typeface="Cambria"/>
                <a:sym typeface="Cambria"/>
              </a:rPr>
              <a:t>4. Se crean los recursos de catálogo (GET) y conversión (POST), que solo delegan en los servicios.</a:t>
            </a: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90"/>
              <a:buNone/>
            </a:pPr>
            <a:endParaRPr sz="159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245629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Segoe UI Symbol"/>
              <a:buNone/>
            </a:pP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8" name="Google Shape;198;p2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199" name="Google Shape;199;p25"/>
          <p:cNvGraphicFramePr/>
          <p:nvPr>
            <p:extLst>
              <p:ext uri="{D42A27DB-BD31-4B8C-83A1-F6EECF244321}">
                <p14:modId xmlns:p14="http://schemas.microsoft.com/office/powerpoint/2010/main" val="2997604804"/>
              </p:ext>
            </p:extLst>
          </p:nvPr>
        </p:nvGraphicFramePr>
        <p:xfrm>
          <a:off x="3917100" y="1928900"/>
          <a:ext cx="4894525" cy="393700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489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[HttpGet("catalogo/categorias")]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RespuestaDto ConsultarCatalogo()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return RespuestaMapeador.DeCatalogo(servicioCatalogo.Categorias());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[HttpGet("catalogo/categorias/{categoria}/unidades")]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RespuestaDto ConsultarUnidades(string categoria)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return RespuestaMapeador.DeUnidades(servicioCatalogo.Unidades(categoria));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[HttpPost("conversiones/longitud")]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RespuestaDto ConvertirLongitud([FromBody] SolicitudConversionDto solicitud)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=&gt; Convertir(Categoria.Longitud, solicitud);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[HttpPost("conversiones/masa")]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RespuestaDto ConvertirMasa([FromBody] SolicitudConversionDto solicitud)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=&gt; Convertir(Categoria.Masa, solicitud);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[HttpPost("conversiones/temperatura")]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RespuestaDto ConvertirTemperatura([FromBody] SolicitudConversionDto solicitud)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=&gt; Convertir(Categoria.Temperatura, solicitud);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private RespuestaDto Convertir(Categoria categoria, SolicitudConversionDto solicitud)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SolicitudConversionDto s = solicitud ?? new SolicitudConversionDto();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return RespuestaMapeador.DeConversion(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servicioConversion.Convertir(categoria, s.Valor, s.UnidadOrigen, s.UnidadDestino));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13" name="Google Shape;213;p27"/>
          <p:cNvSpPr txBox="1">
            <a:spLocks noGrp="1"/>
          </p:cNvSpPr>
          <p:nvPr>
            <p:ph type="body" idx="1"/>
          </p:nvPr>
        </p:nvSpPr>
        <p:spPr>
          <a:xfrm>
            <a:off x="581200" y="2018775"/>
            <a:ext cx="8589300" cy="16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1929" b="1">
                <a:latin typeface="Cambria"/>
                <a:ea typeface="Cambria"/>
                <a:cs typeface="Cambria"/>
                <a:sym typeface="Cambria"/>
              </a:rPr>
              <a:t>1.2.3 	Autenticación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2385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356"/>
              <a:buFont typeface="Cambria"/>
              <a:buChar char="∙"/>
            </a:pPr>
            <a:r>
              <a:rPr lang="es-MX" sz="1500">
                <a:latin typeface="Cambria"/>
                <a:ea typeface="Cambria"/>
                <a:cs typeface="Cambria"/>
                <a:sym typeface="Cambria"/>
              </a:rPr>
              <a:t>Una clase importante a mencionar es ManejadorAutenticacion.cs, que sirve como middleware: implementa IAuthorizationFilter y valida el token de la cabecera Authorization: Bearer antes de permitir el paso a las acciones del controlador. Se ubica en la carpeta Seguridad.</a:t>
            </a:r>
            <a:endParaRPr sz="1500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245629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Segoe UI Symbol"/>
              <a:buNone/>
            </a:pP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14" name="Google Shape;214;p2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31473E-E30A-86B7-1114-597FDF29C8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4610" y="3652275"/>
            <a:ext cx="5642029" cy="224021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21" name="Google Shape;221;p28"/>
          <p:cNvSpPr txBox="1">
            <a:spLocks noGrp="1"/>
          </p:cNvSpPr>
          <p:nvPr>
            <p:ph type="body" idx="1"/>
          </p:nvPr>
        </p:nvSpPr>
        <p:spPr>
          <a:xfrm>
            <a:off x="0" y="1876272"/>
            <a:ext cx="9170492" cy="14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lvl="0" indent="-32740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MX" sz="1680" dirty="0">
                <a:latin typeface="Cambria"/>
                <a:ea typeface="Cambria"/>
                <a:cs typeface="Cambria"/>
                <a:sym typeface="Cambria"/>
              </a:rPr>
              <a:t>Este filtro se apoya en </a:t>
            </a:r>
            <a:r>
              <a:rPr lang="es-MX" sz="1680" dirty="0" err="1">
                <a:latin typeface="Cambria"/>
                <a:ea typeface="Cambria"/>
                <a:cs typeface="Cambria"/>
                <a:sym typeface="Cambria"/>
              </a:rPr>
              <a:t>GestorToken</a:t>
            </a:r>
            <a:r>
              <a:rPr lang="es-MX" sz="1680" dirty="0">
                <a:latin typeface="Cambria"/>
                <a:ea typeface="Cambria"/>
                <a:cs typeface="Cambria"/>
                <a:sym typeface="Cambria"/>
              </a:rPr>
              <a:t> (</a:t>
            </a:r>
            <a:r>
              <a:rPr lang="es-MX" sz="1680" dirty="0" err="1">
                <a:latin typeface="Cambria"/>
                <a:ea typeface="Cambria"/>
                <a:cs typeface="Cambria"/>
                <a:sym typeface="Cambria"/>
              </a:rPr>
              <a:t>Singleton</a:t>
            </a:r>
            <a:r>
              <a:rPr lang="es-MX" sz="1680" dirty="0">
                <a:latin typeface="Cambria"/>
                <a:ea typeface="Cambria"/>
                <a:cs typeface="Cambria"/>
                <a:sym typeface="Cambria"/>
              </a:rPr>
              <a:t>), que guarda en memoria las sesiones activas y emite un token (GUID); el usuario (MONSTER), la clave (MONSTER9) y la duración del token (30 minutos) se leen de </a:t>
            </a:r>
            <a:r>
              <a:rPr lang="es-MX" sz="1680" dirty="0" err="1">
                <a:latin typeface="Cambria"/>
                <a:ea typeface="Cambria"/>
                <a:cs typeface="Cambria"/>
                <a:sym typeface="Cambria"/>
              </a:rPr>
              <a:t>appsettings.json</a:t>
            </a:r>
            <a:r>
              <a:rPr lang="es-MX" sz="1680" dirty="0">
                <a:latin typeface="Cambria"/>
                <a:ea typeface="Cambria"/>
                <a:cs typeface="Cambria"/>
                <a:sym typeface="Cambria"/>
              </a:rPr>
              <a:t>.</a:t>
            </a:r>
            <a:endParaRPr sz="1680" dirty="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048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mbria"/>
              <a:buChar char="∙"/>
            </a:pPr>
            <a:r>
              <a:rPr lang="es-MX" sz="1680" dirty="0">
                <a:latin typeface="Cambria"/>
                <a:ea typeface="Cambria"/>
                <a:cs typeface="Cambria"/>
                <a:sym typeface="Cambria"/>
              </a:rPr>
              <a:t>En </a:t>
            </a:r>
            <a:r>
              <a:rPr lang="es-MX" sz="1680" dirty="0" err="1">
                <a:latin typeface="Cambria"/>
                <a:ea typeface="Cambria"/>
                <a:cs typeface="Cambria"/>
                <a:sym typeface="Cambria"/>
              </a:rPr>
              <a:t>appsettings.json</a:t>
            </a:r>
            <a:r>
              <a:rPr lang="es-MX" sz="1680" dirty="0">
                <a:latin typeface="Cambria"/>
                <a:ea typeface="Cambria"/>
                <a:cs typeface="Cambria"/>
                <a:sym typeface="Cambria"/>
              </a:rPr>
              <a:t> también se definen los orígenes CORS que pueden llamar a la API desde el navegador (verbos GET y POST).</a:t>
            </a:r>
            <a:endParaRPr sz="168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22" name="Google Shape;222;p28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224" name="Google Shape;224;p28"/>
          <p:cNvGraphicFramePr/>
          <p:nvPr>
            <p:extLst>
              <p:ext uri="{D42A27DB-BD31-4B8C-83A1-F6EECF244321}">
                <p14:modId xmlns:p14="http://schemas.microsoft.com/office/powerpoint/2010/main" val="3783065340"/>
              </p:ext>
            </p:extLst>
          </p:nvPr>
        </p:nvGraphicFramePr>
        <p:xfrm>
          <a:off x="1556045" y="3659950"/>
          <a:ext cx="5923747" cy="1991042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59237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9104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"Token": { "Minutos": 30 },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"Usuario":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"Nombre": "MONSTER",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"Clave": "MONSTER9"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},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Cors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":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"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Origenes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": [ "http://localhost:4200", "http://localhost:5173",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"http://localhost:3000", "http://localhost:5141" ]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30" name="Google Shape;230;p29"/>
          <p:cNvSpPr txBox="1">
            <a:spLocks noGrp="1"/>
          </p:cNvSpPr>
          <p:nvPr>
            <p:ph type="body" idx="1"/>
          </p:nvPr>
        </p:nvSpPr>
        <p:spPr>
          <a:xfrm>
            <a:off x="295275" y="1876275"/>
            <a:ext cx="2418325" cy="47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MX" sz="1680" dirty="0">
                <a:latin typeface="Cambria"/>
                <a:ea typeface="Cambria"/>
                <a:cs typeface="Cambria"/>
                <a:sym typeface="Cambria"/>
              </a:rPr>
              <a:t>El método </a:t>
            </a:r>
            <a:r>
              <a:rPr lang="es-MX" sz="1680" dirty="0" err="1">
                <a:latin typeface="Cambria"/>
                <a:ea typeface="Cambria"/>
                <a:cs typeface="Cambria"/>
                <a:sym typeface="Cambria"/>
              </a:rPr>
              <a:t>OnAuthorization</a:t>
            </a:r>
            <a:r>
              <a:rPr lang="es-MX" sz="1680" dirty="0">
                <a:latin typeface="Cambria"/>
                <a:ea typeface="Cambria"/>
                <a:cs typeface="Cambria"/>
                <a:sym typeface="Cambria"/>
              </a:rPr>
              <a:t> lee el token de la cabecera </a:t>
            </a:r>
            <a:r>
              <a:rPr lang="es-MX" sz="1680" dirty="0" err="1">
                <a:latin typeface="Cambria"/>
                <a:ea typeface="Cambria"/>
                <a:cs typeface="Cambria"/>
                <a:sym typeface="Cambria"/>
              </a:rPr>
              <a:t>Authorization</a:t>
            </a:r>
            <a:r>
              <a:rPr lang="es-MX" sz="1680" dirty="0">
                <a:latin typeface="Cambria"/>
                <a:ea typeface="Cambria"/>
                <a:cs typeface="Cambria"/>
                <a:sym typeface="Cambria"/>
              </a:rPr>
              <a:t>: </a:t>
            </a:r>
            <a:r>
              <a:rPr lang="es-MX" sz="1680" dirty="0" err="1">
                <a:latin typeface="Cambria"/>
                <a:ea typeface="Cambria"/>
                <a:cs typeface="Cambria"/>
                <a:sym typeface="Cambria"/>
              </a:rPr>
              <a:t>Bearer</a:t>
            </a:r>
            <a:r>
              <a:rPr lang="es-MX" sz="1680" dirty="0">
                <a:latin typeface="Cambria"/>
                <a:ea typeface="Cambria"/>
                <a:cs typeface="Cambria"/>
                <a:sym typeface="Cambria"/>
              </a:rPr>
              <a:t> y lo valida con </a:t>
            </a:r>
            <a:r>
              <a:rPr lang="es-MX" sz="1680" dirty="0" err="1">
                <a:latin typeface="Cambria"/>
                <a:ea typeface="Cambria"/>
                <a:cs typeface="Cambria"/>
                <a:sym typeface="Cambria"/>
              </a:rPr>
              <a:t>GestorToken</a:t>
            </a:r>
            <a:r>
              <a:rPr lang="es-MX" sz="1680" dirty="0">
                <a:latin typeface="Cambria"/>
                <a:ea typeface="Cambria"/>
                <a:cs typeface="Cambria"/>
                <a:sym typeface="Cambria"/>
              </a:rPr>
              <a:t>; si no es válido, responde 401 con AUTH-001 o AUTH-002 y la acción del controlador no se ejecuta.</a:t>
            </a:r>
            <a:endParaRPr sz="168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31" name="Google Shape;231;p2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232" name="Google Shape;232;p29"/>
          <p:cNvGraphicFramePr/>
          <p:nvPr>
            <p:extLst>
              <p:ext uri="{D42A27DB-BD31-4B8C-83A1-F6EECF244321}">
                <p14:modId xmlns:p14="http://schemas.microsoft.com/office/powerpoint/2010/main" val="4153523800"/>
              </p:ext>
            </p:extLst>
          </p:nvPr>
        </p:nvGraphicFramePr>
        <p:xfrm>
          <a:off x="2964625" y="1876275"/>
          <a:ext cx="6062675" cy="396748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06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class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ManejadorAutenticacion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: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IAuthorizationFilter</a:t>
                      </a:r>
                      <a:endParaRPr lang="es-ES" sz="9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PropiedadUsuario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= "usuario";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private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Prefijo = "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Bearer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";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private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readonly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GestorToken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gestorToken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ManejadorAutenticacion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GestorToken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gestorToken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this.gestorToken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=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gestorToken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void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OnAuthorization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AuthorizationFilterContext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contexto)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try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usuario =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gestorToken.Validar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LeerToken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(contexto));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contexto.HttpContext.Items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PropiedadUsuario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] = usuario;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catch (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ExcepcionServicio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e)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contexto.Result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=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ManejadorErrores.Respuesta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(e);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private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static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LeerToken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AuthorizationFilterContext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contexto)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cabecera =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contexto.HttpContext.Request.Headers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HeaderNames.Authorization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];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return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cabecera !=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null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&amp;&amp;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cabecera.StartsWith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(Prefijo)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?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cabecera.Substring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Prefijo.Length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 :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null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0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38" name="Google Shape;238;p30"/>
          <p:cNvSpPr txBox="1">
            <a:spLocks noGrp="1"/>
          </p:cNvSpPr>
          <p:nvPr>
            <p:ph type="body" idx="1"/>
          </p:nvPr>
        </p:nvSpPr>
        <p:spPr>
          <a:xfrm>
            <a:off x="581200" y="1876275"/>
            <a:ext cx="2132400" cy="47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MX" sz="1680" dirty="0">
                <a:latin typeface="Cambria"/>
                <a:ea typeface="Cambria"/>
                <a:cs typeface="Cambria"/>
                <a:sym typeface="Cambria"/>
              </a:rPr>
              <a:t>[Protegido] aplica el filtro de autenticación antes de cada acción. </a:t>
            </a:r>
            <a:r>
              <a:rPr lang="es-MX" sz="1680" dirty="0" err="1">
                <a:latin typeface="Cambria"/>
                <a:ea typeface="Cambria"/>
                <a:cs typeface="Cambria"/>
                <a:sym typeface="Cambria"/>
              </a:rPr>
              <a:t>ManejadorErrores</a:t>
            </a:r>
            <a:r>
              <a:rPr lang="es-MX" sz="1680" dirty="0">
                <a:latin typeface="Cambria"/>
                <a:ea typeface="Cambria"/>
                <a:cs typeface="Cambria"/>
                <a:sym typeface="Cambria"/>
              </a:rPr>
              <a:t> convierte toda falla en JSON: 401 para AUTH y 400 para datos.</a:t>
            </a:r>
            <a:endParaRPr sz="168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39" name="Google Shape;239;p30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240" name="Google Shape;240;p30"/>
          <p:cNvGraphicFramePr/>
          <p:nvPr>
            <p:extLst>
              <p:ext uri="{D42A27DB-BD31-4B8C-83A1-F6EECF244321}">
                <p14:modId xmlns:p14="http://schemas.microsoft.com/office/powerpoint/2010/main" val="3067157556"/>
              </p:ext>
            </p:extLst>
          </p:nvPr>
        </p:nvGraphicFramePr>
        <p:xfrm>
          <a:off x="3064663" y="2920413"/>
          <a:ext cx="6062675" cy="323596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06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class ProtegidoAttribute : TypeFilterAttribute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public ProtegidoAttribute() : base(typeof(ManejadorAutenticacion))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class ManejadorErrores : IExceptionFilter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// OnException: ExcepcionServicio -&gt; Respuesta(e); otra falla -&gt; HTTP-500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public static IActionResult Respuesta(ExcepcionServicio error)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bool deAutenticacion = error.CodigoError.Codigo.StartsWith("AUTH");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int estado = deAutenticacion ? StatusCodes.Status401Unauthorized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               : StatusCodes.Status400BadRequest;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return Construir(estado, error.ErrorServicio);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46" name="Google Shape;246;p31"/>
          <p:cNvSpPr txBox="1">
            <a:spLocks noGrp="1"/>
          </p:cNvSpPr>
          <p:nvPr>
            <p:ph type="body" idx="1"/>
          </p:nvPr>
        </p:nvSpPr>
        <p:spPr>
          <a:xfrm>
            <a:off x="390700" y="2220012"/>
            <a:ext cx="2132400" cy="4016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1929" b="1" dirty="0">
                <a:latin typeface="Cambria"/>
                <a:ea typeface="Cambria"/>
                <a:cs typeface="Cambria"/>
                <a:sym typeface="Cambria"/>
              </a:rPr>
              <a:t>1.2.4	Lógica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80" dirty="0">
                <a:latin typeface="Cambria"/>
                <a:ea typeface="Cambria"/>
                <a:cs typeface="Cambria"/>
                <a:sym typeface="Cambria"/>
              </a:rPr>
              <a:t>Ahora se procede a completar el resto de la lógica con el patrón </a:t>
            </a:r>
            <a:r>
              <a:rPr lang="es-MX" sz="1680" dirty="0" err="1">
                <a:latin typeface="Cambria"/>
                <a:ea typeface="Cambria"/>
                <a:cs typeface="Cambria"/>
                <a:sym typeface="Cambria"/>
              </a:rPr>
              <a:t>Strategy</a:t>
            </a:r>
            <a:r>
              <a:rPr lang="es-MX" sz="1680" dirty="0">
                <a:latin typeface="Cambria"/>
                <a:ea typeface="Cambria"/>
                <a:cs typeface="Cambria"/>
                <a:sym typeface="Cambria"/>
              </a:rPr>
              <a:t>: </a:t>
            </a:r>
            <a:r>
              <a:rPr lang="es-MX" sz="1680" dirty="0" err="1">
                <a:latin typeface="Cambria"/>
                <a:ea typeface="Cambria"/>
                <a:cs typeface="Cambria"/>
                <a:sym typeface="Cambria"/>
              </a:rPr>
              <a:t>IConversor</a:t>
            </a:r>
            <a:r>
              <a:rPr lang="es-MX" sz="1680" dirty="0">
                <a:latin typeface="Cambria"/>
                <a:ea typeface="Cambria"/>
                <a:cs typeface="Cambria"/>
                <a:sym typeface="Cambria"/>
              </a:rPr>
              <a:t> indica qué categorías soporta cada estrategia y </a:t>
            </a:r>
            <a:r>
              <a:rPr lang="es-MX" sz="1680" dirty="0" err="1">
                <a:latin typeface="Cambria"/>
                <a:ea typeface="Cambria"/>
                <a:cs typeface="Cambria"/>
                <a:sym typeface="Cambria"/>
              </a:rPr>
              <a:t>ConversorLineal</a:t>
            </a:r>
            <a:r>
              <a:rPr lang="es-MX" sz="1680" dirty="0">
                <a:latin typeface="Cambria"/>
                <a:ea typeface="Cambria"/>
                <a:cs typeface="Cambria"/>
                <a:sym typeface="Cambria"/>
              </a:rPr>
              <a:t> resuelve longitud y masa con el factor a la unidad base.</a:t>
            </a:r>
            <a:endParaRPr sz="168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47" name="Google Shape;247;p31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248" name="Google Shape;248;p31"/>
          <p:cNvGraphicFramePr/>
          <p:nvPr>
            <p:extLst>
              <p:ext uri="{D42A27DB-BD31-4B8C-83A1-F6EECF244321}">
                <p14:modId xmlns:p14="http://schemas.microsoft.com/office/powerpoint/2010/main" val="2282945186"/>
              </p:ext>
            </p:extLst>
          </p:nvPr>
        </p:nvGraphicFramePr>
        <p:xfrm>
          <a:off x="3017311" y="2847825"/>
          <a:ext cx="6062675" cy="268732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06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</a:t>
                      </a:r>
                      <a:r>
                        <a:rPr lang="es-ES" sz="12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interface </a:t>
                      </a:r>
                      <a:r>
                        <a:rPr lang="es-ES" sz="12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IConversor</a:t>
                      </a:r>
                      <a:endParaRPr lang="es-ES" sz="12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</a:t>
                      </a:r>
                      <a:r>
                        <a:rPr lang="es-ES" sz="12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bool</a:t>
                      </a:r>
                      <a:r>
                        <a:rPr lang="es-ES" sz="12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Soporta(</a:t>
                      </a:r>
                      <a:r>
                        <a:rPr lang="es-ES" sz="12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Categoria</a:t>
                      </a:r>
                      <a:r>
                        <a:rPr lang="es-ES" sz="12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12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categoria</a:t>
                      </a:r>
                      <a:r>
                        <a:rPr lang="es-ES" sz="12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</a:t>
                      </a:r>
                      <a:r>
                        <a:rPr lang="es-ES" sz="12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double</a:t>
                      </a:r>
                      <a:r>
                        <a:rPr lang="es-ES" sz="12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Convertir(</a:t>
                      </a:r>
                      <a:r>
                        <a:rPr lang="es-ES" sz="12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double</a:t>
                      </a:r>
                      <a:r>
                        <a:rPr lang="es-ES" sz="12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valor, Unidad origen, Unidad destino);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</a:t>
                      </a:r>
                      <a:r>
                        <a:rPr lang="es-ES" sz="12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12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class</a:t>
                      </a:r>
                      <a:r>
                        <a:rPr lang="es-ES" sz="12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12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ConversorLineal</a:t>
                      </a:r>
                      <a:r>
                        <a:rPr lang="es-ES" sz="12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: </a:t>
                      </a:r>
                      <a:r>
                        <a:rPr lang="es-ES" sz="12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IConversor</a:t>
                      </a:r>
                      <a:endParaRPr lang="es-ES" sz="12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</a:t>
                      </a:r>
                      <a:r>
                        <a:rPr lang="es-ES" sz="12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</a:t>
                      </a:r>
                      <a:r>
                        <a:rPr lang="es-ES" sz="12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12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bool</a:t>
                      </a:r>
                      <a:r>
                        <a:rPr lang="es-ES" sz="12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Soporta(</a:t>
                      </a:r>
                      <a:r>
                        <a:rPr lang="es-ES" sz="12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Categoria</a:t>
                      </a:r>
                      <a:r>
                        <a:rPr lang="es-ES" sz="12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12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categoria</a:t>
                      </a:r>
                      <a:r>
                        <a:rPr lang="es-ES" sz="12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 =&gt; </a:t>
                      </a:r>
                      <a:r>
                        <a:rPr lang="es-ES" sz="12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categoria</a:t>
                      </a:r>
                      <a:r>
                        <a:rPr lang="es-ES" sz="12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== </a:t>
                      </a:r>
                      <a:r>
                        <a:rPr lang="es-ES" sz="12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Categoria.Longitud</a:t>
                      </a:r>
                      <a:r>
                        <a:rPr lang="es-ES" sz="12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|| </a:t>
                      </a:r>
                      <a:r>
                        <a:rPr lang="es-ES" sz="12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categoria</a:t>
                      </a:r>
                      <a:r>
                        <a:rPr lang="es-ES" sz="12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== </a:t>
                      </a:r>
                      <a:r>
                        <a:rPr lang="es-ES" sz="12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Categoria.Masa</a:t>
                      </a:r>
                      <a:r>
                        <a:rPr lang="es-ES" sz="12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</a:t>
                      </a:r>
                      <a:r>
                        <a:rPr lang="es-ES" sz="12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</a:t>
                      </a:r>
                      <a:r>
                        <a:rPr lang="es-ES" sz="12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12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double</a:t>
                      </a:r>
                      <a:r>
                        <a:rPr lang="es-ES" sz="12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Convertir(</a:t>
                      </a:r>
                      <a:r>
                        <a:rPr lang="es-ES" sz="12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double</a:t>
                      </a:r>
                      <a:r>
                        <a:rPr lang="es-ES" sz="12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valor, Unidad origen, Unidad destino)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</a:t>
                      </a:r>
                      <a:r>
                        <a:rPr lang="es-ES" sz="12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return</a:t>
                      </a:r>
                      <a:r>
                        <a:rPr lang="es-ES" sz="12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valor * </a:t>
                      </a:r>
                      <a:r>
                        <a:rPr lang="es-ES" sz="12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origen.Factor.Value</a:t>
                      </a:r>
                      <a:r>
                        <a:rPr lang="es-ES" sz="12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/ </a:t>
                      </a:r>
                      <a:r>
                        <a:rPr lang="es-ES" sz="12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destino.Factor.Value</a:t>
                      </a:r>
                      <a:r>
                        <a:rPr lang="es-ES" sz="12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  <a:endParaRPr sz="9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4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70" name="Google Shape;270;p34"/>
          <p:cNvSpPr txBox="1">
            <a:spLocks noGrp="1"/>
          </p:cNvSpPr>
          <p:nvPr>
            <p:ph type="body" idx="1"/>
          </p:nvPr>
        </p:nvSpPr>
        <p:spPr>
          <a:xfrm>
            <a:off x="581200" y="2209650"/>
            <a:ext cx="2132400" cy="3946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80" dirty="0" err="1">
                <a:latin typeface="Cambria"/>
                <a:ea typeface="Cambria"/>
                <a:cs typeface="Cambria"/>
                <a:sym typeface="Cambria"/>
              </a:rPr>
              <a:t>ConversorTemperatura</a:t>
            </a:r>
            <a:r>
              <a:rPr lang="es-MX" sz="1680" dirty="0">
                <a:latin typeface="Cambria"/>
                <a:ea typeface="Cambria"/>
                <a:cs typeface="Cambria"/>
                <a:sym typeface="Cambria"/>
              </a:rPr>
              <a:t> convierte primero a grados Celsius (</a:t>
            </a:r>
            <a:r>
              <a:rPr lang="es-MX" sz="1680" dirty="0" err="1">
                <a:latin typeface="Cambria"/>
                <a:ea typeface="Cambria"/>
                <a:cs typeface="Cambria"/>
                <a:sym typeface="Cambria"/>
              </a:rPr>
              <a:t>ACelsius</a:t>
            </a:r>
            <a:r>
              <a:rPr lang="es-MX" sz="1680" dirty="0">
                <a:latin typeface="Cambria"/>
                <a:ea typeface="Cambria"/>
                <a:cs typeface="Cambria"/>
                <a:sym typeface="Cambria"/>
              </a:rPr>
              <a:t>) y luego a la unidad destino (</a:t>
            </a:r>
            <a:r>
              <a:rPr lang="es-MX" sz="1680" dirty="0" err="1">
                <a:latin typeface="Cambria"/>
                <a:ea typeface="Cambria"/>
                <a:cs typeface="Cambria"/>
                <a:sym typeface="Cambria"/>
              </a:rPr>
              <a:t>DesdeCelsius</a:t>
            </a:r>
            <a:r>
              <a:rPr lang="es-MX" sz="1680" dirty="0">
                <a:latin typeface="Cambria"/>
                <a:ea typeface="Cambria"/>
                <a:cs typeface="Cambria"/>
                <a:sym typeface="Cambria"/>
              </a:rPr>
              <a:t>) mediante fórmulas, para Celsius, Kelvin, Fahrenheit, Newton y Réaumur.</a:t>
            </a:r>
            <a:endParaRPr sz="168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71" name="Google Shape;271;p34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272" name="Google Shape;272;p34"/>
          <p:cNvGraphicFramePr/>
          <p:nvPr>
            <p:extLst>
              <p:ext uri="{D42A27DB-BD31-4B8C-83A1-F6EECF244321}">
                <p14:modId xmlns:p14="http://schemas.microsoft.com/office/powerpoint/2010/main" val="3131083882"/>
              </p:ext>
            </p:extLst>
          </p:nvPr>
        </p:nvGraphicFramePr>
        <p:xfrm>
          <a:off x="2891513" y="2209650"/>
          <a:ext cx="6062675" cy="378460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06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class ConversorTemperatura : IConversor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bool Soporta(Categoria categoria) =&gt; categoria == Categoria.Temperatura;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double Convertir(double valor, Unidad origen, Unidad destino)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DesdeCelsius(ACelsius(valor, origen), destino);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static double ACelsius(double v, Unidad unidad)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switch (unidad.Codigo)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case "C": return v;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case "K": return v - 273.15;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case "F": return (v - 32) * 5 / 9;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case "N": return v * 100 / 33;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case "RE": return v * 5 / 4;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default: throw new ArgumentException("No es unidad de temperatura: " + unidad.Codigo);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86" name="Google Shape;286;p36"/>
          <p:cNvSpPr txBox="1">
            <a:spLocks noGrp="1"/>
          </p:cNvSpPr>
          <p:nvPr>
            <p:ph type="body" idx="1"/>
          </p:nvPr>
        </p:nvSpPr>
        <p:spPr>
          <a:xfrm>
            <a:off x="581200" y="2486025"/>
            <a:ext cx="2132400" cy="37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80" dirty="0" err="1">
                <a:latin typeface="Cambria"/>
                <a:ea typeface="Cambria"/>
                <a:cs typeface="Cambria"/>
                <a:sym typeface="Cambria"/>
              </a:rPr>
              <a:t>ServicioConversion</a:t>
            </a:r>
            <a:r>
              <a:rPr lang="es-MX" sz="1680" dirty="0">
                <a:latin typeface="Cambria"/>
                <a:ea typeface="Cambria"/>
                <a:cs typeface="Cambria"/>
                <a:sym typeface="Cambria"/>
              </a:rPr>
              <a:t> valida la solicitud, elige la estrategia que soporta la categoría y redondea el resultado a cuatro decimales; agregar un cálculo nuevo es agregar un </a:t>
            </a:r>
            <a:r>
              <a:rPr lang="es-MX" sz="1680" dirty="0" err="1">
                <a:latin typeface="Cambria"/>
                <a:ea typeface="Cambria"/>
                <a:cs typeface="Cambria"/>
                <a:sym typeface="Cambria"/>
              </a:rPr>
              <a:t>IConversor</a:t>
            </a:r>
            <a:r>
              <a:rPr lang="es-MX" sz="1680" dirty="0">
                <a:latin typeface="Cambria"/>
                <a:ea typeface="Cambria"/>
                <a:cs typeface="Cambria"/>
                <a:sym typeface="Cambria"/>
              </a:rPr>
              <a:t>.</a:t>
            </a:r>
            <a:endParaRPr sz="168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87" name="Google Shape;287;p3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288" name="Google Shape;288;p36"/>
          <p:cNvGraphicFramePr/>
          <p:nvPr>
            <p:extLst>
              <p:ext uri="{D42A27DB-BD31-4B8C-83A1-F6EECF244321}">
                <p14:modId xmlns:p14="http://schemas.microsoft.com/office/powerpoint/2010/main" val="1817510209"/>
              </p:ext>
            </p:extLst>
          </p:nvPr>
        </p:nvGraphicFramePr>
        <p:xfrm>
          <a:off x="2891513" y="2557313"/>
          <a:ext cx="6062675" cy="396748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06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private const int Decimales = 4;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private readonly ServicioValidacion validacion = new ServicioValidacion();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private readonly IList&lt;IConversor&gt; conversores = new List&lt;IConversor&gt;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new ConversorLineal(),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new ConversorTemperatura()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ResultadoConversion Convertir(Categoria categoria, double? valor, string origen, string destino)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var unidades = validacion.ValidarConversion(categoria, valor, origen, destino);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IConversor conversor = conversores.FirstOrDefault(c =&gt; c.Soporta(categoria))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?? throw new ExcepcionServicio(CodigoError.Data001);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double resultado = conversor.Convertir(valor.Value, unidades.Origen, unidades.Destino);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return new ResultadoConversion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Resultado = Math.Round(resultado, Decimales, MidpointRounding.AwayFromZero),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Origen = unidades.Origen,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Destino = unidades.Destino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  <a:endParaRPr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94" name="Google Shape;294;p37"/>
          <p:cNvSpPr txBox="1">
            <a:spLocks noGrp="1"/>
          </p:cNvSpPr>
          <p:nvPr>
            <p:ph type="body" idx="1"/>
          </p:nvPr>
        </p:nvSpPr>
        <p:spPr>
          <a:xfrm>
            <a:off x="581200" y="2018775"/>
            <a:ext cx="2685600" cy="45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1929" b="1">
                <a:latin typeface="Cambria"/>
                <a:ea typeface="Cambria"/>
                <a:cs typeface="Cambria"/>
                <a:sym typeface="Cambria"/>
              </a:rPr>
              <a:t>1.2.5 	Ejecución en Servidor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2385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356"/>
              <a:buFont typeface="Cambria"/>
              <a:buChar char="∙"/>
            </a:pPr>
            <a:r>
              <a:rPr lang="es-MX" sz="1500">
                <a:latin typeface="Cambria"/>
                <a:ea typeface="Cambria"/>
                <a:cs typeface="Cambria"/>
                <a:sym typeface="Cambria"/>
              </a:rPr>
              <a:t>Se ejecuta el proyecto (F5) con Kestrel en el puerto 8096; sin token, /api/catalogo/categorias responde 401 con AUTH-001.</a:t>
            </a:r>
            <a:endParaRPr sz="1500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245629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Segoe UI Symbol"/>
              <a:buNone/>
            </a:pP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95" name="Google Shape;295;p3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D738F7-6D11-3DA8-67AC-902AD47BFD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7919" y="3429000"/>
            <a:ext cx="5495196" cy="145275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21" name="Google Shape;221;p28"/>
          <p:cNvSpPr txBox="1">
            <a:spLocks noGrp="1"/>
          </p:cNvSpPr>
          <p:nvPr>
            <p:ph type="body" idx="1"/>
          </p:nvPr>
        </p:nvSpPr>
        <p:spPr>
          <a:xfrm>
            <a:off x="581192" y="1876271"/>
            <a:ext cx="8589300" cy="1657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lvl="0" indent="-32740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MX" sz="1680" dirty="0">
                <a:latin typeface="Cambria"/>
                <a:ea typeface="Cambria"/>
                <a:cs typeface="Cambria"/>
                <a:sym typeface="Cambria"/>
              </a:rPr>
              <a:t>Con </a:t>
            </a:r>
            <a:r>
              <a:rPr lang="es-MX" sz="1680" dirty="0" err="1">
                <a:latin typeface="Cambria"/>
                <a:ea typeface="Cambria"/>
                <a:cs typeface="Cambria"/>
                <a:sym typeface="Cambria"/>
              </a:rPr>
              <a:t>Postman</a:t>
            </a:r>
            <a:r>
              <a:rPr lang="es-MX" sz="1680" dirty="0">
                <a:latin typeface="Cambria"/>
                <a:ea typeface="Cambria"/>
                <a:cs typeface="Cambria"/>
                <a:sym typeface="Cambria"/>
              </a:rPr>
              <a:t> se prueban los recursos: POST /api/</a:t>
            </a:r>
            <a:r>
              <a:rPr lang="es-MX" sz="1680" dirty="0" err="1">
                <a:latin typeface="Cambria"/>
                <a:ea typeface="Cambria"/>
                <a:cs typeface="Cambria"/>
                <a:sym typeface="Cambria"/>
              </a:rPr>
              <a:t>autenticacion</a:t>
            </a:r>
            <a:r>
              <a:rPr lang="es-MX" sz="1680" dirty="0">
                <a:latin typeface="Cambria"/>
                <a:ea typeface="Cambria"/>
                <a:cs typeface="Cambria"/>
                <a:sym typeface="Cambria"/>
              </a:rPr>
              <a:t>/</a:t>
            </a:r>
            <a:r>
              <a:rPr lang="es-MX" sz="1680" dirty="0" err="1">
                <a:latin typeface="Cambria"/>
                <a:ea typeface="Cambria"/>
                <a:cs typeface="Cambria"/>
                <a:sym typeface="Cambria"/>
              </a:rPr>
              <a:t>login</a:t>
            </a:r>
            <a:r>
              <a:rPr lang="es-MX" sz="1680" dirty="0">
                <a:latin typeface="Cambria"/>
                <a:ea typeface="Cambria"/>
                <a:cs typeface="Cambria"/>
                <a:sym typeface="Cambria"/>
              </a:rPr>
              <a:t> con usuario y clave devuelve el token, que luego se envía en la cabecera </a:t>
            </a:r>
            <a:r>
              <a:rPr lang="es-MX" sz="1680" dirty="0" err="1">
                <a:latin typeface="Cambria"/>
                <a:ea typeface="Cambria"/>
                <a:cs typeface="Cambria"/>
                <a:sym typeface="Cambria"/>
              </a:rPr>
              <a:t>Authorization</a:t>
            </a:r>
            <a:r>
              <a:rPr lang="es-MX" sz="1680" dirty="0">
                <a:latin typeface="Cambria"/>
                <a:ea typeface="Cambria"/>
                <a:cs typeface="Cambria"/>
                <a:sym typeface="Cambria"/>
              </a:rPr>
              <a:t>: </a:t>
            </a:r>
            <a:r>
              <a:rPr lang="es-MX" sz="1680" dirty="0" err="1">
                <a:latin typeface="Cambria"/>
                <a:ea typeface="Cambria"/>
                <a:cs typeface="Cambria"/>
                <a:sym typeface="Cambria"/>
              </a:rPr>
              <a:t>Bearer</a:t>
            </a:r>
            <a:r>
              <a:rPr lang="es-MX" sz="1680" dirty="0">
                <a:latin typeface="Cambria"/>
                <a:ea typeface="Cambria"/>
                <a:cs typeface="Cambria"/>
                <a:sym typeface="Cambria"/>
              </a:rPr>
              <a:t> de las rutas protegidas.</a:t>
            </a:r>
            <a:endParaRPr sz="1680" dirty="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048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mbria"/>
              <a:buChar char="∙"/>
            </a:pPr>
            <a:r>
              <a:rPr lang="es-MX" sz="1680" dirty="0">
                <a:latin typeface="Cambria"/>
                <a:ea typeface="Cambria"/>
                <a:cs typeface="Cambria"/>
                <a:sym typeface="Cambria"/>
              </a:rPr>
              <a:t>Si el token falta o expiró la API responde 401; si los datos son inválidos, 400 con el código de error (por ejemplo UNIT-001).</a:t>
            </a:r>
            <a:endParaRPr sz="168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22" name="Google Shape;222;p28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224" name="Google Shape;224;p28"/>
          <p:cNvGraphicFramePr/>
          <p:nvPr>
            <p:extLst>
              <p:ext uri="{D42A27DB-BD31-4B8C-83A1-F6EECF244321}">
                <p14:modId xmlns:p14="http://schemas.microsoft.com/office/powerpoint/2010/main" val="2862030316"/>
              </p:ext>
            </p:extLst>
          </p:nvPr>
        </p:nvGraphicFramePr>
        <p:xfrm>
          <a:off x="1802552" y="3766228"/>
          <a:ext cx="6308176" cy="159004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308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POST http://localhost:8096/api/conversiones/longitud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Authorization</a:t>
                      </a:r>
                      <a:r>
                        <a:rPr lang="es-ES" sz="16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</a:t>
                      </a:r>
                      <a:r>
                        <a:rPr lang="es-ES" sz="16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Bearer</a:t>
                      </a:r>
                      <a:r>
                        <a:rPr lang="es-ES" sz="16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3f2b8c1e-6a47-4d0e-9b55-1c2d3e4f5a6b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 "valor": 1, "</a:t>
                      </a:r>
                      <a:r>
                        <a:rPr lang="es-ES" sz="16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unidadOrigen</a:t>
                      </a:r>
                      <a:r>
                        <a:rPr lang="es-ES" sz="16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": "KM", "</a:t>
                      </a:r>
                      <a:r>
                        <a:rPr lang="es-ES" sz="16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unidadDestino</a:t>
                      </a:r>
                      <a:r>
                        <a:rPr lang="es-ES" sz="16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": "M"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HTTP/1.1 200 OK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 "estado": "OK", "</a:t>
                      </a:r>
                      <a:r>
                        <a:rPr lang="es-ES" sz="16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codigo</a:t>
                      </a:r>
                      <a:r>
                        <a:rPr lang="es-ES" sz="16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": "200", "mensaje": "Conversión realizada",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"resultado": 1000, "</a:t>
                      </a:r>
                      <a:r>
                        <a:rPr lang="es-ES" sz="16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unidadOrigen</a:t>
                      </a:r>
                      <a:r>
                        <a:rPr lang="es-ES" sz="16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": "KM", "</a:t>
                      </a:r>
                      <a:r>
                        <a:rPr lang="es-ES" sz="16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unidadDestino</a:t>
                      </a:r>
                      <a:r>
                        <a:rPr lang="es-ES" sz="16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": "M" }</a:t>
                      </a: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46" name="Google Shape;146;p19"/>
          <p:cNvSpPr txBox="1">
            <a:spLocks noGrp="1"/>
          </p:cNvSpPr>
          <p:nvPr>
            <p:ph type="body" idx="1"/>
          </p:nvPr>
        </p:nvSpPr>
        <p:spPr>
          <a:xfrm>
            <a:off x="581200" y="2180500"/>
            <a:ext cx="8589300" cy="16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1929" b="1">
                <a:latin typeface="Cambria"/>
                <a:ea typeface="Cambria"/>
                <a:cs typeface="Cambria"/>
                <a:sym typeface="Cambria"/>
              </a:rPr>
              <a:t>1.2.6 	Publicación en IIS</a:t>
            </a:r>
            <a:endParaRPr sz="1929" b="1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948"/>
              <a:buNone/>
            </a:pP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Segoe UI Symbol"/>
              <a:buChar char="∙"/>
            </a:pPr>
            <a:r>
              <a:rPr lang="es-MX">
                <a:latin typeface="Cambria"/>
                <a:ea typeface="Cambria"/>
                <a:cs typeface="Cambria"/>
                <a:sym typeface="Cambria"/>
              </a:rPr>
              <a:t>Para desplegar en IIS se hace clic derecho sobre el proyecto &gt; Publicar y se crea un perfil de tipo Carpeta (C:\inetpub\WS_CON_UNI_DOTNET_REST) con la configuración Release.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245629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Segoe UI Symbol"/>
              <a:buNone/>
            </a:pP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7" name="Google Shape;147;p1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3591E5-11DF-5C51-0FFC-BFAF387D1B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0353" y="3671980"/>
            <a:ext cx="5949615" cy="279282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0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54" name="Google Shape;154;p20"/>
          <p:cNvSpPr txBox="1">
            <a:spLocks noGrp="1"/>
          </p:cNvSpPr>
          <p:nvPr>
            <p:ph type="body" idx="1"/>
          </p:nvPr>
        </p:nvSpPr>
        <p:spPr>
          <a:xfrm>
            <a:off x="581192" y="1948171"/>
            <a:ext cx="8589300" cy="1358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∙"/>
            </a:pPr>
            <a:r>
              <a:rPr lang="es-MX" sz="1680" dirty="0">
                <a:latin typeface="Cambria"/>
                <a:ea typeface="Cambria"/>
                <a:cs typeface="Cambria"/>
                <a:sym typeface="Cambria"/>
              </a:rPr>
              <a:t>En Características de Windows se habilita Internet </a:t>
            </a:r>
            <a:r>
              <a:rPr lang="es-MX" sz="1680" dirty="0" err="1">
                <a:latin typeface="Cambria"/>
                <a:ea typeface="Cambria"/>
                <a:cs typeface="Cambria"/>
                <a:sym typeface="Cambria"/>
              </a:rPr>
              <a:t>Information</a:t>
            </a:r>
            <a:r>
              <a:rPr lang="es-MX" sz="1680" dirty="0"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s-MX" sz="1680" dirty="0" err="1">
                <a:latin typeface="Cambria"/>
                <a:ea typeface="Cambria"/>
                <a:cs typeface="Cambria"/>
                <a:sym typeface="Cambria"/>
              </a:rPr>
              <a:t>Services</a:t>
            </a:r>
            <a:r>
              <a:rPr lang="es-MX" sz="1680" dirty="0">
                <a:latin typeface="Cambria"/>
                <a:ea typeface="Cambria"/>
                <a:cs typeface="Cambria"/>
                <a:sym typeface="Cambria"/>
              </a:rPr>
              <a:t> y se instala el ASP.NET Core Hosting </a:t>
            </a:r>
            <a:r>
              <a:rPr lang="es-MX" sz="1680" dirty="0" err="1">
                <a:latin typeface="Cambria"/>
                <a:ea typeface="Cambria"/>
                <a:cs typeface="Cambria"/>
                <a:sym typeface="Cambria"/>
              </a:rPr>
              <a:t>Bundle</a:t>
            </a:r>
            <a:r>
              <a:rPr lang="es-MX" sz="1680" dirty="0">
                <a:latin typeface="Cambria"/>
                <a:ea typeface="Cambria"/>
                <a:cs typeface="Cambria"/>
                <a:sym typeface="Cambria"/>
              </a:rPr>
              <a:t> (.NET 8 o superior); luego se ejecuta </a:t>
            </a:r>
            <a:r>
              <a:rPr lang="es-MX" sz="1680" dirty="0" err="1">
                <a:latin typeface="Cambria"/>
                <a:ea typeface="Cambria"/>
                <a:cs typeface="Cambria"/>
                <a:sym typeface="Cambria"/>
              </a:rPr>
              <a:t>iisreset</a:t>
            </a:r>
            <a:r>
              <a:rPr lang="es-MX" sz="1680" dirty="0">
                <a:latin typeface="Cambria"/>
                <a:ea typeface="Cambria"/>
                <a:cs typeface="Cambria"/>
                <a:sym typeface="Cambria"/>
              </a:rPr>
              <a:t>.</a:t>
            </a:r>
            <a:endParaRPr sz="1680" dirty="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1115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300"/>
              <a:buFont typeface="Cambria"/>
              <a:buChar char="∙"/>
            </a:pPr>
            <a:r>
              <a:rPr lang="es-MX" sz="1680" dirty="0">
                <a:latin typeface="Cambria"/>
                <a:ea typeface="Cambria"/>
                <a:cs typeface="Cambria"/>
                <a:sym typeface="Cambria"/>
              </a:rPr>
              <a:t>En el Administrador de IIS se agrega el sitio WS_CON_UNI_DOTNET_REST con la carpeta publicada, el puerto 8096 y un grupo de aplicaciones Sin código administrado.</a:t>
            </a:r>
            <a:endParaRPr sz="168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5" name="Google Shape;155;p20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F517F0-0CC5-2CDB-34DB-0C88548F5A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2471" y="3196772"/>
            <a:ext cx="3886742" cy="344853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38" name="Google Shape;138;p18"/>
          <p:cNvSpPr txBox="1">
            <a:spLocks noGrp="1"/>
          </p:cNvSpPr>
          <p:nvPr>
            <p:ph type="body" idx="1"/>
          </p:nvPr>
        </p:nvSpPr>
        <p:spPr>
          <a:xfrm>
            <a:off x="504992" y="1923050"/>
            <a:ext cx="8589300" cy="12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∙"/>
            </a:pPr>
            <a:r>
              <a:rPr lang="es-MX" sz="1680" dirty="0">
                <a:latin typeface="Cambria"/>
                <a:ea typeface="Cambria"/>
                <a:cs typeface="Cambria"/>
                <a:sym typeface="Cambria"/>
              </a:rPr>
              <a:t>Para terminar se otorgan permisos de lectura y ejecución a IIS_IUSRS sobre la carpeta publicada y se verifica http://localhost:8096/api/catalogo/categorias: la respuesta 401 con AUTH-001 confirma que IIS ejecuta la API.</a:t>
            </a:r>
            <a:endParaRPr sz="168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246C75-CA74-EF0D-E965-75B3A66A8B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0527" y="3016202"/>
            <a:ext cx="3302881" cy="376002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8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Segoe UI Symbol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Segoe UI Symbol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3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03" name="Google Shape;303;p38"/>
          <p:cNvSpPr txBox="1">
            <a:spLocks noGrp="1"/>
          </p:cNvSpPr>
          <p:nvPr>
            <p:ph type="body" idx="1"/>
          </p:nvPr>
        </p:nvSpPr>
        <p:spPr>
          <a:xfrm>
            <a:off x="581192" y="1875825"/>
            <a:ext cx="8581500" cy="21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0332"/>
              <a:buFont typeface="Arial"/>
              <a:buNone/>
            </a:pPr>
            <a:r>
              <a:rPr lang="es-ES" sz="1564" b="1" dirty="0">
                <a:latin typeface="Cambria"/>
                <a:ea typeface="Cambria"/>
                <a:cs typeface="Cambria"/>
                <a:sym typeface="Cambria"/>
              </a:rPr>
              <a:t>1.3 	CREACIÓN DEL PROYECTO CLIENTE CONSOLA</a:t>
            </a:r>
            <a:endParaRPr sz="1564" b="1" dirty="0">
              <a:latin typeface="Cambria"/>
              <a:ea typeface="Cambria"/>
              <a:cs typeface="Cambria"/>
              <a:sym typeface="Cambria"/>
            </a:endParaRPr>
          </a:p>
          <a:p>
            <a:pPr marL="422426" indent="-285750">
              <a:lnSpc>
                <a:spcPct val="115000"/>
              </a:lnSpc>
              <a:spcBef>
                <a:spcPts val="0"/>
              </a:spcBef>
              <a:buSzPct val="100064"/>
              <a:buFont typeface="Courier New" panose="02070309020205020404" pitchFamily="49" charset="0"/>
              <a:buChar char="o"/>
            </a:pPr>
            <a:r>
              <a:rPr lang="es-MX" sz="1564" dirty="0">
                <a:latin typeface="Cambria"/>
                <a:ea typeface="Cambria"/>
                <a:cs typeface="Cambria"/>
                <a:sym typeface="Cambria"/>
              </a:rPr>
              <a:t>Para el cliente consola se usó Visual Studio: se crea un nuevo proyecto con la plantilla Aplicación de consola para C#.</a:t>
            </a:r>
            <a:endParaRPr sz="1564" dirty="0">
              <a:latin typeface="Cambria"/>
              <a:ea typeface="Cambria"/>
              <a:cs typeface="Cambria"/>
              <a:sym typeface="Cambria"/>
            </a:endParaRPr>
          </a:p>
          <a:p>
            <a:pPr marL="422485" indent="-285750">
              <a:lnSpc>
                <a:spcPct val="115000"/>
              </a:lnSpc>
              <a:spcBef>
                <a:spcPts val="0"/>
              </a:spcBef>
              <a:buSzPct val="100000"/>
              <a:buFont typeface="Courier New" panose="02070309020205020404" pitchFamily="49" charset="0"/>
              <a:buChar char="o"/>
            </a:pPr>
            <a:r>
              <a:rPr lang="es-MX" sz="1564" dirty="0">
                <a:latin typeface="Cambria"/>
                <a:ea typeface="Cambria"/>
                <a:cs typeface="Cambria"/>
                <a:sym typeface="Cambria"/>
              </a:rPr>
              <a:t>Se asigna el nombre ConUni_ClienteConsola_REST_GR3, la ubicación 04. CLICON y el </a:t>
            </a:r>
            <a:r>
              <a:rPr lang="es-MX" sz="1564" dirty="0" err="1">
                <a:latin typeface="Cambria"/>
                <a:ea typeface="Cambria"/>
                <a:cs typeface="Cambria"/>
                <a:sym typeface="Cambria"/>
              </a:rPr>
              <a:t>framework</a:t>
            </a:r>
            <a:r>
              <a:rPr lang="es-MX" sz="1564" dirty="0">
                <a:latin typeface="Cambria"/>
                <a:ea typeface="Cambria"/>
                <a:cs typeface="Cambria"/>
                <a:sym typeface="Cambria"/>
              </a:rPr>
              <a:t> .NET 8.0.</a:t>
            </a:r>
            <a:endParaRPr sz="1564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99162"/>
              <a:buNone/>
            </a:pPr>
            <a:endParaRPr sz="1670"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5" name="image126.png">
            <a:extLst>
              <a:ext uri="{FF2B5EF4-FFF2-40B4-BE49-F238E27FC236}">
                <a16:creationId xmlns:a16="http://schemas.microsoft.com/office/drawing/2014/main" id="{75D3FE5D-9730-0406-D68D-B4226108EF29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581192" y="3936519"/>
            <a:ext cx="4552950" cy="2219325"/>
          </a:xfrm>
          <a:prstGeom prst="rect">
            <a:avLst/>
          </a:prstGeom>
          <a:ln/>
        </p:spPr>
      </p:pic>
      <p:pic>
        <p:nvPicPr>
          <p:cNvPr id="7" name="image117.png">
            <a:extLst>
              <a:ext uri="{FF2B5EF4-FFF2-40B4-BE49-F238E27FC236}">
                <a16:creationId xmlns:a16="http://schemas.microsoft.com/office/drawing/2014/main" id="{D9139E51-DEBB-A923-E81A-823433247F09}"/>
              </a:ext>
            </a:extLst>
          </p:cNvPr>
          <p:cNvPicPr/>
          <p:nvPr/>
        </p:nvPicPr>
        <p:blipFill>
          <a:blip r:embed="rId4"/>
          <a:srcRect r="28358"/>
          <a:stretch>
            <a:fillRect/>
          </a:stretch>
        </p:blipFill>
        <p:spPr>
          <a:xfrm>
            <a:off x="5249527" y="3936519"/>
            <a:ext cx="3616666" cy="2603500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Segoe UI Symbol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Segoe UI Symbol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3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12" name="Google Shape;312;p39"/>
          <p:cNvSpPr txBox="1">
            <a:spLocks noGrp="1"/>
          </p:cNvSpPr>
          <p:nvPr>
            <p:ph type="body" idx="1"/>
          </p:nvPr>
        </p:nvSpPr>
        <p:spPr>
          <a:xfrm>
            <a:off x="581200" y="1983000"/>
            <a:ext cx="8581500" cy="21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564" b="1" dirty="0">
                <a:latin typeface="Cambria"/>
                <a:ea typeface="Cambria"/>
                <a:cs typeface="Cambria"/>
                <a:sym typeface="Cambria"/>
              </a:rPr>
              <a:t>1.3 	CREACIÓN DEL PROYECTO CLIENTE CONSOLA</a:t>
            </a:r>
            <a:endParaRPr sz="1564" b="1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64" b="1" dirty="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2791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64"/>
              <a:buFont typeface="Courier New" panose="02070309020205020404" pitchFamily="49" charset="0"/>
              <a:buChar char="o"/>
            </a:pPr>
            <a:r>
              <a:rPr lang="es-ES" sz="1564" dirty="0">
                <a:latin typeface="Cambria"/>
                <a:ea typeface="Cambria"/>
                <a:cs typeface="Cambria"/>
                <a:sym typeface="Cambria"/>
              </a:rPr>
              <a:t>No requiere referencias adicionales: consume la API con un único </a:t>
            </a:r>
            <a:r>
              <a:rPr lang="es-ES" sz="1564" dirty="0" err="1">
                <a:latin typeface="Cambria"/>
                <a:ea typeface="Cambria"/>
                <a:cs typeface="Cambria"/>
                <a:sym typeface="Cambria"/>
              </a:rPr>
              <a:t>HttpClient</a:t>
            </a:r>
            <a:r>
              <a:rPr lang="es-ES" sz="1564" dirty="0">
                <a:latin typeface="Cambria"/>
                <a:ea typeface="Cambria"/>
                <a:cs typeface="Cambria"/>
                <a:sym typeface="Cambria"/>
              </a:rPr>
              <a:t> y </a:t>
            </a:r>
            <a:r>
              <a:rPr lang="es-ES" sz="1564" dirty="0" err="1">
                <a:latin typeface="Cambria"/>
                <a:ea typeface="Cambria"/>
                <a:cs typeface="Cambria"/>
                <a:sym typeface="Cambria"/>
              </a:rPr>
              <a:t>System.Text.Json</a:t>
            </a:r>
            <a:r>
              <a:rPr lang="es-ES" sz="1564" dirty="0">
                <a:latin typeface="Cambria"/>
                <a:ea typeface="Cambria"/>
                <a:cs typeface="Cambria"/>
                <a:sym typeface="Cambria"/>
              </a:rPr>
              <a:t>. Se crea la estructura </a:t>
            </a:r>
            <a:r>
              <a:rPr lang="es-ES" sz="1564" dirty="0" err="1">
                <a:latin typeface="Cambria"/>
                <a:ea typeface="Cambria"/>
                <a:cs typeface="Cambria"/>
                <a:sym typeface="Cambria"/>
              </a:rPr>
              <a:t>ec</a:t>
            </a:r>
            <a:r>
              <a:rPr lang="es-ES" sz="1564" dirty="0">
                <a:latin typeface="Cambria"/>
                <a:ea typeface="Cambria"/>
                <a:cs typeface="Cambria"/>
                <a:sym typeface="Cambria"/>
              </a:rPr>
              <a:t>/</a:t>
            </a:r>
            <a:r>
              <a:rPr lang="es-ES" sz="1564" dirty="0" err="1">
                <a:latin typeface="Cambria"/>
                <a:ea typeface="Cambria"/>
                <a:cs typeface="Cambria"/>
                <a:sym typeface="Cambria"/>
              </a:rPr>
              <a:t>edu</a:t>
            </a:r>
            <a:r>
              <a:rPr lang="es-ES" sz="1564" dirty="0">
                <a:latin typeface="Cambria"/>
                <a:ea typeface="Cambria"/>
                <a:cs typeface="Cambria"/>
                <a:sym typeface="Cambria"/>
              </a:rPr>
              <a:t>/</a:t>
            </a:r>
            <a:r>
              <a:rPr lang="es-ES" sz="1564" dirty="0" err="1">
                <a:latin typeface="Cambria"/>
                <a:ea typeface="Cambria"/>
                <a:cs typeface="Cambria"/>
                <a:sym typeface="Cambria"/>
              </a:rPr>
              <a:t>monster</a:t>
            </a:r>
            <a:r>
              <a:rPr lang="es-ES" sz="1564" dirty="0">
                <a:latin typeface="Cambria"/>
                <a:ea typeface="Cambria"/>
                <a:cs typeface="Cambria"/>
                <a:sym typeface="Cambria"/>
              </a:rPr>
              <a:t> con las carpetas controlador, modelo, servicio (acceso REST), </a:t>
            </a:r>
            <a:r>
              <a:rPr lang="es-ES" sz="1564" dirty="0" err="1">
                <a:latin typeface="Cambria"/>
                <a:ea typeface="Cambria"/>
                <a:cs typeface="Cambria"/>
                <a:sym typeface="Cambria"/>
              </a:rPr>
              <a:t>util</a:t>
            </a:r>
            <a:r>
              <a:rPr lang="es-ES" sz="1564" dirty="0">
                <a:latin typeface="Cambria"/>
                <a:ea typeface="Cambria"/>
                <a:cs typeface="Cambria"/>
                <a:sym typeface="Cambria"/>
              </a:rPr>
              <a:t> y vista. La dirección del servidor se define en </a:t>
            </a:r>
            <a:r>
              <a:rPr lang="es-ES" sz="1564" dirty="0" err="1">
                <a:latin typeface="Cambria"/>
                <a:ea typeface="Cambria"/>
                <a:cs typeface="Cambria"/>
                <a:sym typeface="Cambria"/>
              </a:rPr>
              <a:t>appsettings.json</a:t>
            </a:r>
            <a:r>
              <a:rPr lang="es-ES" sz="1564" dirty="0">
                <a:latin typeface="Cambria"/>
                <a:ea typeface="Cambria"/>
                <a:cs typeface="Cambria"/>
                <a:sym typeface="Cambria"/>
              </a:rPr>
              <a:t> (rest.base.url) o en la variable REST_BASE_URL.</a:t>
            </a:r>
            <a:endParaRPr sz="1564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56"/>
              <a:buNone/>
            </a:pPr>
            <a:endParaRPr sz="1670"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2C8515-9EC8-B80C-006A-25FFC9DA59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6780" y="3575494"/>
            <a:ext cx="2466244" cy="29086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0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19" name="Google Shape;319;p40"/>
          <p:cNvSpPr txBox="1">
            <a:spLocks noGrp="1"/>
          </p:cNvSpPr>
          <p:nvPr>
            <p:ph type="body" idx="1"/>
          </p:nvPr>
        </p:nvSpPr>
        <p:spPr>
          <a:xfrm>
            <a:off x="581200" y="1876275"/>
            <a:ext cx="2132400" cy="47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ES" sz="168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continuación se detallarán las clases principales con su código fuente.</a:t>
            </a:r>
            <a:endParaRPr sz="168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mbria"/>
              <a:buChar char="∙"/>
            </a:pPr>
            <a:endParaRPr sz="168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20" name="Google Shape;320;p40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321" name="Google Shape;321;p40"/>
          <p:cNvGraphicFramePr/>
          <p:nvPr>
            <p:extLst>
              <p:ext uri="{D42A27DB-BD31-4B8C-83A1-F6EECF244321}">
                <p14:modId xmlns:p14="http://schemas.microsoft.com/office/powerpoint/2010/main" val="1727224330"/>
              </p:ext>
            </p:extLst>
          </p:nvPr>
        </p:nvGraphicFramePr>
        <p:xfrm>
          <a:off x="2840800" y="2562075"/>
          <a:ext cx="6062675" cy="297688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06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private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async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Task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RespuestaDto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&gt;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SolicitarAsync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HttpMethod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metodo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ruta,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                          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object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? cuerpo,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bool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protegido)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using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peticion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= new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HttpRequestMessage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metodo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new Uri(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baseUri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ruta));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peticion.Headers.Accept.Add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(new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MediaTypeWithQualityHeaderValue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("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application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json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"));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if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(protegido)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if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sesion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==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null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throw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new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ErrorRESTModelo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(401, "AUTH-001", "Debe iniciar sesión.");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peticion.Headers.Authorization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= new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AuthenticationHeaderValue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("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Bearer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",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sesion.Token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if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(cuerpo !=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null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peticion.Content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= new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StringContent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JsonSerializer.Serialize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(cuerpo),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                       Encoding.UTF8, "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application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json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using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HttpResponseMessage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respuesta =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await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Http.SendAsync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peticion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contenido =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await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respuesta.Content.ReadAsStringAsync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RespuestaDto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? datos =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LeerRespuesta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(contenido);</a:t>
                      </a: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35" name="Google Shape;335;p42"/>
          <p:cNvSpPr txBox="1">
            <a:spLocks noGrp="1"/>
          </p:cNvSpPr>
          <p:nvPr>
            <p:ph type="body" idx="1"/>
          </p:nvPr>
        </p:nvSpPr>
        <p:spPr>
          <a:xfrm>
            <a:off x="122575" y="2429475"/>
            <a:ext cx="2496800" cy="3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ES" sz="168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continuación se detallarán las clases principales con su código fuente.</a:t>
            </a:r>
            <a:endParaRPr sz="168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mbria"/>
              <a:buChar char="∙"/>
            </a:pPr>
            <a:endParaRPr sz="168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36" name="Google Shape;336;p42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337" name="Google Shape;337;p42"/>
          <p:cNvGraphicFramePr/>
          <p:nvPr>
            <p:extLst>
              <p:ext uri="{D42A27DB-BD31-4B8C-83A1-F6EECF244321}">
                <p14:modId xmlns:p14="http://schemas.microsoft.com/office/powerpoint/2010/main" val="826771450"/>
              </p:ext>
            </p:extLst>
          </p:nvPr>
        </p:nvGraphicFramePr>
        <p:xfrm>
          <a:off x="3040500" y="2798488"/>
          <a:ext cx="5439425" cy="297688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543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async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Task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SesionModelo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&gt;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LoginAsync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usuario,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clave)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CerrarSesion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RespuestaDto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respuesta =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await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SolicitarAsync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HttpMethod.Post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"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autenticacion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login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",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new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CredencialesDto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{ Usuario = usuario, Clave = clave }, false);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token =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TextoObligatorio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respuesta.Token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"token");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sesion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= new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SesionModelo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(usuario, token,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respuesta.ExpiraEn.Value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return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sesion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private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async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Task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double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&gt;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ConvertirAsync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tipo,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double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valor,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origen,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destino)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RespuestaDto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respuesta =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await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SolicitarAsync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HttpMethod.Post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"conversiones/" + tipo,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new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SolicitudConversionDto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{ Valor = valor,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UnidadOrigen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= origen,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              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UnidadDestino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= destino }, true);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return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respuesta.Resultado.Value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70" name="Google Shape;370;p46"/>
          <p:cNvSpPr txBox="1">
            <a:spLocks noGrp="1"/>
          </p:cNvSpPr>
          <p:nvPr>
            <p:ph type="body" idx="1"/>
          </p:nvPr>
        </p:nvSpPr>
        <p:spPr>
          <a:xfrm>
            <a:off x="122575" y="2429475"/>
            <a:ext cx="2685604" cy="3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lvl="0" indent="-32740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MX" sz="168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puede verificar que el cliente funciona de forma correcta, se levanta y tiene comunicación (usuario MONSTER, clave MONSTER9)</a:t>
            </a:r>
            <a:r>
              <a:rPr lang="es-ES" sz="168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80" b="1" dirty="0">
              <a:solidFill>
                <a:srgbClr val="17365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∙"/>
            </a:pPr>
            <a:endParaRPr sz="168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mbria"/>
              <a:buChar char="∙"/>
            </a:pPr>
            <a:endParaRPr sz="168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71" name="Google Shape;371;p4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5C86D6-33D7-DEDC-64A7-3963664649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6369" y="2062053"/>
            <a:ext cx="6068759" cy="424075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78" name="Google Shape;378;p47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379" name="Google Shape;379;p47"/>
          <p:cNvSpPr txBox="1">
            <a:spLocks noGrp="1"/>
          </p:cNvSpPr>
          <p:nvPr>
            <p:ph type="body" idx="1"/>
          </p:nvPr>
        </p:nvSpPr>
        <p:spPr>
          <a:xfrm>
            <a:off x="581200" y="1902979"/>
            <a:ext cx="8589300" cy="1649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marR="0" lvl="0" indent="-32052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64"/>
              <a:buFont typeface="Courier New" panose="02070309020205020404" pitchFamily="49" charset="0"/>
              <a:buChar char="o"/>
            </a:pPr>
            <a:r>
              <a:rPr lang="es-MX" sz="1564" dirty="0">
                <a:latin typeface="Cambria"/>
                <a:ea typeface="Cambria"/>
                <a:cs typeface="Cambria"/>
                <a:sym typeface="Cambria"/>
              </a:rPr>
              <a:t>Para optimizar el tiempo, los clientes de escritorio, web y móvil comparten una Biblioteca de clases de </a:t>
            </a:r>
            <a:r>
              <a:rPr lang="es-MX" sz="1564" dirty="0" err="1">
                <a:latin typeface="Cambria"/>
                <a:ea typeface="Cambria"/>
                <a:cs typeface="Cambria"/>
                <a:sym typeface="Cambria"/>
              </a:rPr>
              <a:t>Razor</a:t>
            </a:r>
            <a:r>
              <a:rPr lang="es-MX" sz="1564" dirty="0">
                <a:latin typeface="Cambria"/>
                <a:ea typeface="Cambria"/>
                <a:cs typeface="Cambria"/>
                <a:sym typeface="Cambria"/>
              </a:rPr>
              <a:t> (</a:t>
            </a:r>
            <a:r>
              <a:rPr lang="es-MX" sz="1564" dirty="0" err="1">
                <a:latin typeface="Cambria"/>
                <a:ea typeface="Cambria"/>
                <a:cs typeface="Cambria"/>
                <a:sym typeface="Cambria"/>
              </a:rPr>
              <a:t>SistemaConversorREST.UI.Shared</a:t>
            </a:r>
            <a:r>
              <a:rPr lang="es-MX" sz="1564" dirty="0">
                <a:latin typeface="Cambria"/>
                <a:ea typeface="Cambria"/>
                <a:cs typeface="Cambria"/>
                <a:sym typeface="Cambria"/>
              </a:rPr>
              <a:t>) con las vistas, los modelos y los adaptadores REST; cada cliente solo aporta su configuración.</a:t>
            </a:r>
            <a:endParaRPr sz="1564" dirty="0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32052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64"/>
              <a:buFont typeface="Courier New" panose="02070309020205020404" pitchFamily="49" charset="0"/>
              <a:buChar char="o"/>
            </a:pPr>
            <a:r>
              <a:rPr lang="es-MX" sz="1564" dirty="0">
                <a:latin typeface="Cambria"/>
                <a:ea typeface="Cambria"/>
                <a:cs typeface="Cambria"/>
                <a:sym typeface="Cambria"/>
              </a:rPr>
              <a:t>Para empezar, en Visual Studio se crea un proyecto con la plantilla Biblioteca de clases de </a:t>
            </a:r>
            <a:r>
              <a:rPr lang="es-MX" sz="1564" dirty="0" err="1">
                <a:latin typeface="Cambria"/>
                <a:ea typeface="Cambria"/>
                <a:cs typeface="Cambria"/>
                <a:sym typeface="Cambria"/>
              </a:rPr>
              <a:t>Razor</a:t>
            </a:r>
            <a:r>
              <a:rPr lang="es-MX" sz="1564" dirty="0">
                <a:latin typeface="Cambria"/>
                <a:ea typeface="Cambria"/>
                <a:cs typeface="Cambria"/>
                <a:sym typeface="Cambria"/>
              </a:rPr>
              <a:t>.</a:t>
            </a:r>
            <a:endParaRPr sz="1564"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C49A47-7C0F-32AA-9E9E-FDE4666F80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082" y="3784122"/>
            <a:ext cx="8048418" cy="165582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86" name="Google Shape;386;p48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387" name="Google Shape;387;p48"/>
          <p:cNvSpPr txBox="1">
            <a:spLocks noGrp="1"/>
          </p:cNvSpPr>
          <p:nvPr>
            <p:ph type="body" idx="1"/>
          </p:nvPr>
        </p:nvSpPr>
        <p:spPr>
          <a:xfrm>
            <a:off x="581200" y="1902979"/>
            <a:ext cx="8589300" cy="11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457200" marR="0" lvl="0" indent="-327978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65"/>
              <a:buFont typeface="Cambria"/>
              <a:buChar char="◼"/>
            </a:pPr>
            <a:r>
              <a:rPr lang="es-MX" sz="1564">
                <a:latin typeface="Cambria"/>
                <a:ea typeface="Cambria"/>
                <a:cs typeface="Cambria"/>
                <a:sym typeface="Cambria"/>
              </a:rPr>
              <a:t>Se asigna el nombre SistemaConversorREST.UI.Shared, la ubicación 04. CLIESC y .NET 10.0 como versión del framework.</a:t>
            </a:r>
            <a:endParaRPr sz="1564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32791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64"/>
              <a:buFont typeface="Cambria"/>
              <a:buChar char="◼"/>
            </a:pPr>
            <a:r>
              <a:rPr lang="es-MX" sz="1564">
                <a:latin typeface="Cambria"/>
                <a:ea typeface="Cambria"/>
                <a:cs typeface="Cambria"/>
                <a:sym typeface="Cambria"/>
              </a:rPr>
              <a:t>Se crean las carpetas Adaptadores, Interfaces, Modelos y Vistas (Login, Menu, Catalogo y Conversion en .razor, cada una con su hoja de estilos aislada).</a:t>
            </a:r>
            <a:endParaRPr sz="1564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750D0E-FEE9-7B9A-A2BB-F274A1EA22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0817" y="3261002"/>
            <a:ext cx="2905125" cy="314325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51"/>
          <p:cNvSpPr txBox="1">
            <a:spLocks noGrp="1"/>
          </p:cNvSpPr>
          <p:nvPr>
            <p:ph type="title"/>
          </p:nvPr>
        </p:nvSpPr>
        <p:spPr>
          <a:xfrm>
            <a:off x="514217" y="68780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13" name="Google Shape;413;p51"/>
          <p:cNvSpPr/>
          <p:nvPr/>
        </p:nvSpPr>
        <p:spPr>
          <a:xfrm>
            <a:off x="9316722" y="-3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414" name="Google Shape;414;p51"/>
          <p:cNvSpPr txBox="1">
            <a:spLocks noGrp="1"/>
          </p:cNvSpPr>
          <p:nvPr>
            <p:ph type="body" idx="1"/>
          </p:nvPr>
        </p:nvSpPr>
        <p:spPr>
          <a:xfrm>
            <a:off x="514225" y="1888629"/>
            <a:ext cx="8589300" cy="1582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marR="0" lvl="0" indent="-32791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64"/>
              <a:buFont typeface="Courier New" panose="02070309020205020404" pitchFamily="49" charset="0"/>
              <a:buChar char="o"/>
            </a:pPr>
            <a:r>
              <a:rPr lang="es-MX" sz="1564" dirty="0">
                <a:latin typeface="Cambria"/>
                <a:ea typeface="Cambria"/>
                <a:cs typeface="Cambria"/>
                <a:sym typeface="Cambria"/>
              </a:rPr>
              <a:t>Para el escritorio se agrega un proyecto con la plantilla Aplicación .NET MAUI </a:t>
            </a:r>
            <a:r>
              <a:rPr lang="es-MX" sz="1564" dirty="0" err="1">
                <a:latin typeface="Cambria"/>
                <a:ea typeface="Cambria"/>
                <a:cs typeface="Cambria"/>
                <a:sym typeface="Cambria"/>
              </a:rPr>
              <a:t>Blazor</a:t>
            </a:r>
            <a:r>
              <a:rPr lang="es-MX" sz="1564" dirty="0"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s-MX" sz="1564" dirty="0" err="1">
                <a:latin typeface="Cambria"/>
                <a:ea typeface="Cambria"/>
                <a:cs typeface="Cambria"/>
                <a:sym typeface="Cambria"/>
              </a:rPr>
              <a:t>Hybrid</a:t>
            </a:r>
            <a:r>
              <a:rPr lang="es-MX" sz="1564" dirty="0">
                <a:latin typeface="Cambria"/>
                <a:ea typeface="Cambria"/>
                <a:cs typeface="Cambria"/>
                <a:sym typeface="Cambria"/>
              </a:rPr>
              <a:t>, que muestra componentes </a:t>
            </a:r>
            <a:r>
              <a:rPr lang="es-MX" sz="1564" dirty="0" err="1">
                <a:latin typeface="Cambria"/>
                <a:ea typeface="Cambria"/>
                <a:cs typeface="Cambria"/>
                <a:sym typeface="Cambria"/>
              </a:rPr>
              <a:t>Razor</a:t>
            </a:r>
            <a:r>
              <a:rPr lang="es-MX" sz="1564" dirty="0">
                <a:latin typeface="Cambria"/>
                <a:ea typeface="Cambria"/>
                <a:cs typeface="Cambria"/>
                <a:sym typeface="Cambria"/>
              </a:rPr>
              <a:t> dentro de un </a:t>
            </a:r>
            <a:r>
              <a:rPr lang="es-MX" sz="1564" dirty="0" err="1">
                <a:latin typeface="Cambria"/>
                <a:ea typeface="Cambria"/>
                <a:cs typeface="Cambria"/>
                <a:sym typeface="Cambria"/>
              </a:rPr>
              <a:t>BlazorWebView</a:t>
            </a:r>
            <a:r>
              <a:rPr lang="es-MX" sz="1564" dirty="0">
                <a:latin typeface="Cambria"/>
                <a:ea typeface="Cambria"/>
                <a:cs typeface="Cambria"/>
                <a:sym typeface="Cambria"/>
              </a:rPr>
              <a:t>.</a:t>
            </a:r>
            <a:endParaRPr sz="1564" dirty="0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32791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64"/>
              <a:buFont typeface="Courier New" panose="02070309020205020404" pitchFamily="49" charset="0"/>
              <a:buChar char="o"/>
            </a:pPr>
            <a:r>
              <a:rPr lang="es-MX" sz="1564" dirty="0">
                <a:latin typeface="Cambria"/>
                <a:ea typeface="Cambria"/>
                <a:cs typeface="Cambria"/>
                <a:sym typeface="Cambria"/>
              </a:rPr>
              <a:t>Se le asigna el nombre </a:t>
            </a:r>
            <a:r>
              <a:rPr lang="es-MX" sz="1564" dirty="0" err="1">
                <a:latin typeface="Cambria"/>
                <a:ea typeface="Cambria"/>
                <a:cs typeface="Cambria"/>
                <a:sym typeface="Cambria"/>
              </a:rPr>
              <a:t>SistemaConversorREST.UI.Desktop</a:t>
            </a:r>
            <a:r>
              <a:rPr lang="es-MX" sz="1564" dirty="0">
                <a:latin typeface="Cambria"/>
                <a:ea typeface="Cambria"/>
                <a:cs typeface="Cambria"/>
                <a:sym typeface="Cambria"/>
              </a:rPr>
              <a:t> (.NET 10.0) en 04. CLIESC y se ejecuta con el destino Windows.</a:t>
            </a:r>
            <a:endParaRPr sz="1564"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45BD53-9672-3B58-D527-501AE852C9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5732" y="3429000"/>
            <a:ext cx="5513632" cy="144970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5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79" name="Google Shape;479;p59"/>
          <p:cNvSpPr txBox="1">
            <a:spLocks noGrp="1"/>
          </p:cNvSpPr>
          <p:nvPr>
            <p:ph type="body" idx="1"/>
          </p:nvPr>
        </p:nvSpPr>
        <p:spPr>
          <a:xfrm>
            <a:off x="227350" y="2146756"/>
            <a:ext cx="2687300" cy="3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ES" sz="168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continuación se detallarán las clases principales con su código fuente.</a:t>
            </a:r>
            <a:endParaRPr sz="168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mbria"/>
              <a:buChar char="∙"/>
            </a:pPr>
            <a:endParaRPr sz="168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80" name="Google Shape;480;p5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>
              <a:solidFill>
                <a:schemeClr val="dk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chemeClr val="dk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>
              <a:solidFill>
                <a:schemeClr val="dk1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chemeClr val="dk1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481" name="Google Shape;481;p59"/>
          <p:cNvGraphicFramePr/>
          <p:nvPr>
            <p:extLst>
              <p:ext uri="{D42A27DB-BD31-4B8C-83A1-F6EECF244321}">
                <p14:modId xmlns:p14="http://schemas.microsoft.com/office/powerpoint/2010/main" val="1727212494"/>
              </p:ext>
            </p:extLst>
          </p:nvPr>
        </p:nvGraphicFramePr>
        <p:xfrm>
          <a:off x="3524250" y="2615543"/>
          <a:ext cx="5143500" cy="2940226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514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40226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</a:t>
                      </a:r>
                      <a:r>
                        <a:rPr lang="es-ES" sz="12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12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async</a:t>
                      </a:r>
                      <a:r>
                        <a:rPr lang="es-ES" sz="12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12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Task</a:t>
                      </a:r>
                      <a:r>
                        <a:rPr lang="es-ES" sz="12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</a:t>
                      </a:r>
                      <a:r>
                        <a:rPr lang="es-ES" sz="12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SesionCliente</a:t>
                      </a:r>
                      <a:r>
                        <a:rPr lang="es-ES" sz="12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&gt; </a:t>
                      </a:r>
                      <a:r>
                        <a:rPr lang="es-ES" sz="12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IniciarSesionAsync</a:t>
                      </a:r>
                      <a:r>
                        <a:rPr lang="es-ES" sz="12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s-ES" sz="12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r>
                        <a:rPr lang="es-ES" sz="12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usuario, </a:t>
                      </a:r>
                      <a:r>
                        <a:rPr lang="es-ES" sz="12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r>
                        <a:rPr lang="es-ES" sz="12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clave)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</a:t>
                      </a:r>
                      <a:r>
                        <a:rPr lang="es-ES" sz="12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using</a:t>
                      </a:r>
                      <a:r>
                        <a:rPr lang="es-ES" sz="12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12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</a:t>
                      </a:r>
                      <a:r>
                        <a:rPr lang="es-ES" sz="12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respuesta = </a:t>
                      </a:r>
                      <a:r>
                        <a:rPr lang="es-ES" sz="12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await</a:t>
                      </a:r>
                      <a:r>
                        <a:rPr lang="es-ES" sz="12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_</a:t>
                      </a:r>
                      <a:r>
                        <a:rPr lang="es-ES" sz="12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http.PostAsJsonAsync</a:t>
                      </a:r>
                      <a:r>
                        <a:rPr lang="es-ES" sz="12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"api/</a:t>
                      </a:r>
                      <a:r>
                        <a:rPr lang="es-ES" sz="12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autenticacion</a:t>
                      </a:r>
                      <a:r>
                        <a:rPr lang="es-ES" sz="12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</a:t>
                      </a:r>
                      <a:r>
                        <a:rPr lang="es-ES" sz="12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login</a:t>
                      </a:r>
                      <a:r>
                        <a:rPr lang="es-ES" sz="12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",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new </a:t>
                      </a:r>
                      <a:r>
                        <a:rPr lang="es-ES" sz="12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CredencialesRequest</a:t>
                      </a:r>
                      <a:r>
                        <a:rPr lang="es-ES" sz="12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(usuario, clave),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</a:t>
                      </a:r>
                      <a:r>
                        <a:rPr lang="es-ES" sz="12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JsonOptions</a:t>
                      </a:r>
                      <a:r>
                        <a:rPr lang="es-ES" sz="12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</a:t>
                      </a:r>
                      <a:r>
                        <a:rPr lang="es-ES" sz="12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</a:t>
                      </a:r>
                      <a:r>
                        <a:rPr lang="es-ES" sz="12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resultado = </a:t>
                      </a:r>
                      <a:r>
                        <a:rPr lang="es-ES" sz="12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await</a:t>
                      </a:r>
                      <a:r>
                        <a:rPr lang="es-ES" sz="12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12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LeerRespuestaAsync</a:t>
                      </a:r>
                      <a:r>
                        <a:rPr lang="es-ES" sz="12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(respuesta);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</a:t>
                      </a:r>
                      <a:r>
                        <a:rPr lang="es-ES" sz="12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if</a:t>
                      </a:r>
                      <a:r>
                        <a:rPr lang="es-ES" sz="12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</a:t>
                      </a:r>
                      <a:r>
                        <a:rPr lang="es-ES" sz="12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string.IsNullOrWhiteSpace</a:t>
                      </a:r>
                      <a:r>
                        <a:rPr lang="es-ES" sz="12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s-ES" sz="12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resultado.Token</a:t>
                      </a:r>
                      <a:r>
                        <a:rPr lang="es-ES" sz="12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))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</a:t>
                      </a:r>
                      <a:r>
                        <a:rPr lang="es-ES" sz="12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throw</a:t>
                      </a:r>
                      <a:r>
                        <a:rPr lang="es-ES" sz="12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new </a:t>
                      </a:r>
                      <a:r>
                        <a:rPr lang="es-ES" sz="12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InvalidOperationException</a:t>
                      </a:r>
                      <a:r>
                        <a:rPr lang="es-ES" sz="12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("El servidor no devolvió un token de sesión.");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</a:t>
                      </a:r>
                      <a:r>
                        <a:rPr lang="es-ES" sz="12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return</a:t>
                      </a:r>
                      <a:r>
                        <a:rPr lang="es-ES" sz="12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new </a:t>
                      </a:r>
                      <a:r>
                        <a:rPr lang="es-ES" sz="12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SesionCliente</a:t>
                      </a:r>
                      <a:r>
                        <a:rPr lang="es-ES" sz="12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(usuario, </a:t>
                      </a:r>
                      <a:r>
                        <a:rPr lang="es-ES" sz="12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resultado.Token</a:t>
                      </a:r>
                      <a:r>
                        <a:rPr lang="es-ES" sz="12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</a:t>
                      </a:r>
                      <a:r>
                        <a:rPr lang="es-ES" sz="12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resultado.ExpiraEn</a:t>
                      </a:r>
                      <a:r>
                        <a:rPr lang="es-ES" sz="12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64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519" name="Google Shape;519;p64"/>
          <p:cNvSpPr txBox="1">
            <a:spLocks noGrp="1"/>
          </p:cNvSpPr>
          <p:nvPr>
            <p:ph type="body" idx="1"/>
          </p:nvPr>
        </p:nvSpPr>
        <p:spPr>
          <a:xfrm>
            <a:off x="122575" y="2429475"/>
            <a:ext cx="2100878" cy="3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ES" sz="168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continuación se detallarán las clases principales con su código fuente.</a:t>
            </a:r>
            <a:endParaRPr sz="168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mbria"/>
              <a:buChar char="∙"/>
            </a:pPr>
            <a:endParaRPr sz="168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20" name="Google Shape;520;p64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>
              <a:solidFill>
                <a:schemeClr val="dk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chemeClr val="dk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>
              <a:solidFill>
                <a:schemeClr val="dk1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chemeClr val="dk1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521" name="Google Shape;521;p64"/>
          <p:cNvGraphicFramePr/>
          <p:nvPr>
            <p:extLst>
              <p:ext uri="{D42A27DB-BD31-4B8C-83A1-F6EECF244321}">
                <p14:modId xmlns:p14="http://schemas.microsoft.com/office/powerpoint/2010/main" val="1092241480"/>
              </p:ext>
            </p:extLst>
          </p:nvPr>
        </p:nvGraphicFramePr>
        <p:xfrm>
          <a:off x="2561425" y="2967188"/>
          <a:ext cx="6484300" cy="2255711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48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private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async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Task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RespuestaApi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&gt;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EnviarAsync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HttpMethod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metodo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ruta,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                       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token,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object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? cuerpo =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null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using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solicitud = new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HttpRequestMessage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metodo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ruta);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if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(!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string.IsNullOrWhiteSpace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(token))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solicitud.Headers.Authorization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= new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AuthenticationHeaderValue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("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Bearer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", token);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if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(cuerpo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is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null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solicitud.Content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=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JsonContent.Create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(cuerpo,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options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JsonOptions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using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respuesta =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await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_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http.SendAsync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(solicitud);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RespuestaApi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? datos =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await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respuesta.Content.ReadFromJsonAsync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RespuestaApi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&gt;(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JsonOptions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if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respuesta.StatusCode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==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HttpStatusCode.Unauthorized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throw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new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HttpRequestException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("La sesión no es válida o expiró. ...",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                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null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respuesta.StatusCode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);</a:t>
                      </a: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6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535" name="Google Shape;535;p66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536" name="Google Shape;536;p66"/>
          <p:cNvSpPr txBox="1">
            <a:spLocks noGrp="1"/>
          </p:cNvSpPr>
          <p:nvPr>
            <p:ph type="body" idx="1"/>
          </p:nvPr>
        </p:nvSpPr>
        <p:spPr>
          <a:xfrm>
            <a:off x="581200" y="1902979"/>
            <a:ext cx="8589300" cy="11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3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●"/>
            </a:pPr>
            <a:r>
              <a:rPr lang="es-MX" sz="1564" dirty="0">
                <a:latin typeface="Cambria"/>
                <a:ea typeface="Cambria"/>
                <a:cs typeface="Cambria"/>
                <a:sym typeface="Cambria"/>
              </a:rPr>
              <a:t>Para el cliente de escritorio, </a:t>
            </a:r>
            <a:r>
              <a:rPr lang="es-MX" sz="1564" dirty="0" err="1">
                <a:latin typeface="Cambria"/>
                <a:ea typeface="Cambria"/>
                <a:cs typeface="Cambria"/>
                <a:sym typeface="Cambria"/>
              </a:rPr>
              <a:t>MauiProgram</a:t>
            </a:r>
            <a:r>
              <a:rPr lang="es-MX" sz="1564" dirty="0">
                <a:latin typeface="Cambria"/>
                <a:ea typeface="Cambria"/>
                <a:cs typeface="Cambria"/>
                <a:sym typeface="Cambria"/>
              </a:rPr>
              <a:t> registra la dirección del servidor (</a:t>
            </a:r>
            <a:r>
              <a:rPr lang="es-MX" sz="1564" dirty="0" err="1">
                <a:latin typeface="Cambria"/>
                <a:ea typeface="Cambria"/>
                <a:cs typeface="Cambria"/>
                <a:sym typeface="Cambria"/>
              </a:rPr>
              <a:t>OpcionesCliente</a:t>
            </a:r>
            <a:r>
              <a:rPr lang="es-MX" sz="1564" dirty="0">
                <a:latin typeface="Cambria"/>
                <a:ea typeface="Cambria"/>
                <a:cs typeface="Cambria"/>
                <a:sym typeface="Cambria"/>
              </a:rPr>
              <a:t>), un </a:t>
            </a:r>
            <a:r>
              <a:rPr lang="es-MX" sz="1564" dirty="0" err="1">
                <a:latin typeface="Cambria"/>
                <a:ea typeface="Cambria"/>
                <a:cs typeface="Cambria"/>
                <a:sym typeface="Cambria"/>
              </a:rPr>
              <a:t>HttpClient</a:t>
            </a:r>
            <a:r>
              <a:rPr lang="es-MX" sz="1564" dirty="0">
                <a:latin typeface="Cambria"/>
                <a:ea typeface="Cambria"/>
                <a:cs typeface="Cambria"/>
                <a:sym typeface="Cambria"/>
              </a:rPr>
              <a:t> con esa dirección base y los adaptadores REST del proyecto compartido; </a:t>
            </a:r>
            <a:r>
              <a:rPr lang="es-MX" sz="1564" dirty="0" err="1">
                <a:latin typeface="Cambria"/>
                <a:ea typeface="Cambria"/>
                <a:cs typeface="Cambria"/>
                <a:sym typeface="Cambria"/>
              </a:rPr>
              <a:t>MainPage.xaml</a:t>
            </a:r>
            <a:r>
              <a:rPr lang="es-MX" sz="1564" dirty="0">
                <a:latin typeface="Cambria"/>
                <a:ea typeface="Cambria"/>
                <a:cs typeface="Cambria"/>
                <a:sym typeface="Cambria"/>
              </a:rPr>
              <a:t> carga la vista </a:t>
            </a:r>
            <a:r>
              <a:rPr lang="es-MX" sz="1564" dirty="0" err="1">
                <a:latin typeface="Cambria"/>
                <a:ea typeface="Cambria"/>
                <a:cs typeface="Cambria"/>
                <a:sym typeface="Cambria"/>
              </a:rPr>
              <a:t>Login</a:t>
            </a:r>
            <a:r>
              <a:rPr lang="es-MX" sz="1564" dirty="0">
                <a:latin typeface="Cambria"/>
                <a:ea typeface="Cambria"/>
                <a:cs typeface="Cambria"/>
                <a:sym typeface="Cambria"/>
              </a:rPr>
              <a:t> como componente raíz.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37" name="Google Shape;537;p66"/>
          <p:cNvSpPr txBox="1">
            <a:spLocks noGrp="1"/>
          </p:cNvSpPr>
          <p:nvPr>
            <p:ph type="body" idx="1"/>
          </p:nvPr>
        </p:nvSpPr>
        <p:spPr>
          <a:xfrm>
            <a:off x="122575" y="2429475"/>
            <a:ext cx="1643700" cy="3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E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continuación se detallarán las clases principales con su código fuente.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mbria"/>
              <a:buChar char="∙"/>
            </a:pPr>
            <a:endParaRPr sz="1400" dirty="0"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538" name="Google Shape;538;p66"/>
          <p:cNvGraphicFramePr/>
          <p:nvPr>
            <p:extLst>
              <p:ext uri="{D42A27DB-BD31-4B8C-83A1-F6EECF244321}">
                <p14:modId xmlns:p14="http://schemas.microsoft.com/office/powerpoint/2010/main" val="1838674023"/>
              </p:ext>
            </p:extLst>
          </p:nvPr>
        </p:nvGraphicFramePr>
        <p:xfrm>
          <a:off x="2332838" y="3073863"/>
          <a:ext cx="6484300" cy="3662553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48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builder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=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MauiApp.CreateBuilder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();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apiBaseAddress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= "http://localhost:8096/";   // Android: http://10.0.2.2:8096/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opciones = new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OpcionesCliente</a:t>
                      </a:r>
                      <a:endParaRPr lang="es-ES" sz="9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UrlServidor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=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apiBaseAddress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NombreCliente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= "Cliente de escritorio"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};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builder.Services.AddSingleton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(opciones);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builder.Services.AddSingleton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(new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HttpClient</a:t>
                      </a:r>
                      <a:endParaRPr lang="es-ES" sz="9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BaseAddress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= new Uri(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opciones.UrlServidor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),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Timeout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=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TimeSpan.FromSeconds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(20)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});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builder.Services.AddSingleton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IAutenticacionRest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AdaptadorAutenticacionRest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&gt;();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builder.Services.AddSingleton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IConversionRest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AdaptadorConversionRest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&gt;();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builder.UseMauiApp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&lt;App&gt;();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builder.Services.AddMauiBlazorWebView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();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return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builder.Build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();</a:t>
                      </a: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39" name="Google Shape;539;p66"/>
          <p:cNvSpPr txBox="1"/>
          <p:nvPr/>
        </p:nvSpPr>
        <p:spPr>
          <a:xfrm>
            <a:off x="122575" y="1715850"/>
            <a:ext cx="7232400" cy="77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1.4 	CREACIÓN DEL PROYECTO – CLIENTE ESCRITORIO</a:t>
            </a:r>
            <a:br>
              <a:rPr lang="es-ES" sz="1800" b="1" dirty="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</a:br>
            <a:endParaRPr sz="1800" dirty="0">
              <a:solidFill>
                <a:schemeClr val="dk2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70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569" name="Google Shape;569;p70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571" name="Google Shape;571;p70"/>
          <p:cNvSpPr txBox="1"/>
          <p:nvPr/>
        </p:nvSpPr>
        <p:spPr>
          <a:xfrm>
            <a:off x="636600" y="1868349"/>
            <a:ext cx="8576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marR="0" lvl="0" indent="-3556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2000"/>
              <a:buFont typeface="Cambria"/>
              <a:buChar char="∙"/>
            </a:pPr>
            <a:r>
              <a:rPr lang="es-ES" sz="1800" b="1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Vista login</a:t>
            </a:r>
            <a:endParaRPr sz="2000" b="0" i="0" u="none" strike="noStrike" cap="none">
              <a:solidFill>
                <a:srgbClr val="3D3D3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929EBE-E665-C293-839A-FFEE5F5ACE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2950" y="2403665"/>
            <a:ext cx="6561201" cy="4145671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7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577" name="Google Shape;577;p71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578" name="Google Shape;578;p71"/>
          <p:cNvSpPr txBox="1"/>
          <p:nvPr/>
        </p:nvSpPr>
        <p:spPr>
          <a:xfrm>
            <a:off x="636600" y="1868349"/>
            <a:ext cx="8576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marR="0" lvl="0" indent="-3556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2000"/>
              <a:buFont typeface="Cambria"/>
              <a:buChar char="∙"/>
            </a:pPr>
            <a:r>
              <a:rPr lang="es-ES" sz="1800" b="1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Vista conversor</a:t>
            </a:r>
            <a:endParaRPr sz="2000" b="0" i="0" u="none" strike="noStrike" cap="none">
              <a:solidFill>
                <a:srgbClr val="3D3D3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927959-5467-7837-D619-FB64B98854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670" y="2520410"/>
            <a:ext cx="7532561" cy="3656759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7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585" name="Google Shape;585;p72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586" name="Google Shape;586;p72"/>
          <p:cNvSpPr txBox="1"/>
          <p:nvPr/>
        </p:nvSpPr>
        <p:spPr>
          <a:xfrm>
            <a:off x="636600" y="1868349"/>
            <a:ext cx="8576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marR="0" lvl="0" indent="-3556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2000"/>
              <a:buFont typeface="Cambria"/>
              <a:buChar char="∙"/>
            </a:pPr>
            <a:r>
              <a:rPr lang="es-ES" sz="1800" b="1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Vista catálogo</a:t>
            </a:r>
            <a:endParaRPr sz="2000" b="0" i="0" u="none" strike="noStrike" cap="none">
              <a:solidFill>
                <a:srgbClr val="3D3D3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B3FDE1-43F9-C01B-0CDB-18A1494B8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992" y="2476880"/>
            <a:ext cx="7791329" cy="3576447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9"/>
          <p:cNvSpPr txBox="1">
            <a:spLocks noGrp="1"/>
          </p:cNvSpPr>
          <p:nvPr>
            <p:ph type="title"/>
          </p:nvPr>
        </p:nvSpPr>
        <p:spPr>
          <a:xfrm>
            <a:off x="514217" y="68780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95" name="Google Shape;395;p49"/>
          <p:cNvSpPr/>
          <p:nvPr/>
        </p:nvSpPr>
        <p:spPr>
          <a:xfrm>
            <a:off x="9316722" y="-3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398" name="Google Shape;398;p49"/>
          <p:cNvSpPr txBox="1">
            <a:spLocks noGrp="1"/>
          </p:cNvSpPr>
          <p:nvPr>
            <p:ph type="body" idx="1"/>
          </p:nvPr>
        </p:nvSpPr>
        <p:spPr>
          <a:xfrm>
            <a:off x="514225" y="1888629"/>
            <a:ext cx="8589300" cy="11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457200" marR="0" lvl="0" indent="-32791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64"/>
              <a:buFont typeface="Cambria"/>
              <a:buChar char="◼"/>
            </a:pPr>
            <a:r>
              <a:rPr lang="es-MX" sz="1564">
                <a:latin typeface="Cambria"/>
                <a:ea typeface="Cambria"/>
                <a:cs typeface="Cambria"/>
                <a:sym typeface="Cambria"/>
              </a:rPr>
              <a:t>Para el cliente web se agrega un proyecto con la plantilla Aplicación web de Blazor, con .NET 10.0 y modo de representación interactiva Server.</a:t>
            </a:r>
            <a:endParaRPr sz="1564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32791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64"/>
              <a:buFont typeface="Cambria"/>
              <a:buChar char="◼"/>
            </a:pPr>
            <a:r>
              <a:rPr lang="es-MX" sz="1564">
                <a:latin typeface="Cambria"/>
                <a:ea typeface="Cambria"/>
                <a:cs typeface="Cambria"/>
                <a:sym typeface="Cambria"/>
              </a:rPr>
              <a:t>Se le asigna el nombre SistemaConversorREST.UI.Web en la carpeta 04. CLIWEB y se agrega la referencia a SistemaConversorREST.UI.Shared.</a:t>
            </a:r>
            <a:endParaRPr sz="1564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77DC89-06D8-8C0B-BC29-26F1CF2ADF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3656" y="3429000"/>
            <a:ext cx="4229207" cy="213152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7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593" name="Google Shape;593;p73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594" name="Google Shape;594;p73"/>
          <p:cNvSpPr txBox="1">
            <a:spLocks noGrp="1"/>
          </p:cNvSpPr>
          <p:nvPr>
            <p:ph type="body" idx="1"/>
          </p:nvPr>
        </p:nvSpPr>
        <p:spPr>
          <a:xfrm>
            <a:off x="581200" y="1902979"/>
            <a:ext cx="8589300" cy="11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3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●"/>
            </a:pPr>
            <a:r>
              <a:rPr lang="es-MX" sz="1564">
                <a:latin typeface="Cambria"/>
                <a:ea typeface="Cambria"/>
                <a:cs typeface="Cambria"/>
                <a:sym typeface="Cambria"/>
              </a:rPr>
              <a:t>Para el cliente web, Program.cs lee la dirección del servidor de appsettings.json (sección Cliente, http://localhost:8096/) y registra los adaptadores REST con AddHttpClient; la página Inicio.razor carga el mismo componente Login.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95" name="Google Shape;595;p73"/>
          <p:cNvSpPr txBox="1">
            <a:spLocks noGrp="1"/>
          </p:cNvSpPr>
          <p:nvPr>
            <p:ph type="body" idx="1"/>
          </p:nvPr>
        </p:nvSpPr>
        <p:spPr>
          <a:xfrm>
            <a:off x="122575" y="2429475"/>
            <a:ext cx="1643700" cy="3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E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continuación se detallarán las clases principales con su código fuente.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mbria"/>
              <a:buChar char="∙"/>
            </a:pPr>
            <a:endParaRPr sz="1200"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596" name="Google Shape;596;p73"/>
          <p:cNvGraphicFramePr/>
          <p:nvPr>
            <p:extLst>
              <p:ext uri="{D42A27DB-BD31-4B8C-83A1-F6EECF244321}">
                <p14:modId xmlns:p14="http://schemas.microsoft.com/office/powerpoint/2010/main" val="3500724253"/>
              </p:ext>
            </p:extLst>
          </p:nvPr>
        </p:nvGraphicFramePr>
        <p:xfrm>
          <a:off x="2332838" y="3073863"/>
          <a:ext cx="6484300" cy="3243263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48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 builder = WebApplication.CreateBuilder(args);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// Las vistas compartidas corren en el servidor web: las llamadas REST salen de aquí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builder.Services.AddRazorComponents()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.AddInteractiveServerComponents();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 opciones = builder.Configuration.GetSection("Cliente").Get&lt;OpcionesCliente&gt;()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?? new OpcionesCliente();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builder.Services.AddSingleton(opciones);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void ConfigurarCliente(HttpClient http)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http.BaseAddress = new Uri(opciones.UrlServidor);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http.Timeout = TimeSpan.FromSeconds(20);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builder.Services.AddHttpClient&lt;IAutenticacionRest, AdaptadorAutenticacionRest&gt;(ConfigurarCliente);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builder.Services.AddHttpClient&lt;IConversionRest, AdaptadorConversionRest&gt;(ConfigurarCliente);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 app = builder.Build();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app.UseAntiforgery();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app.MapStaticAssets();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app.MapRazorComponents&lt;App&gt;().AddInteractiveServerRenderMode();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app.Run();</a:t>
                      </a: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7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618" name="Google Shape;618;p76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>
              <a:solidFill>
                <a:schemeClr val="dk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>
              <a:solidFill>
                <a:schemeClr val="dk1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chemeClr val="dk1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620" name="Google Shape;620;p76"/>
          <p:cNvSpPr txBox="1"/>
          <p:nvPr/>
        </p:nvSpPr>
        <p:spPr>
          <a:xfrm>
            <a:off x="636600" y="1868349"/>
            <a:ext cx="8576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marR="0" lvl="0" indent="-3556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2000"/>
              <a:buFont typeface="Cambria"/>
              <a:buChar char="∙"/>
            </a:pPr>
            <a:r>
              <a:rPr lang="es-ES" sz="1800" b="1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Vista login</a:t>
            </a:r>
            <a:endParaRPr sz="2000" b="0" i="0" u="none" strike="noStrike" cap="none">
              <a:solidFill>
                <a:srgbClr val="3D3D3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8D7187-1FC8-2501-0B49-EBB5C26714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71" y="2403665"/>
            <a:ext cx="8476629" cy="4345902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7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626" name="Google Shape;626;p77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>
              <a:solidFill>
                <a:schemeClr val="dk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>
              <a:solidFill>
                <a:schemeClr val="dk1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chemeClr val="dk1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627" name="Google Shape;627;p77"/>
          <p:cNvSpPr txBox="1"/>
          <p:nvPr/>
        </p:nvSpPr>
        <p:spPr>
          <a:xfrm>
            <a:off x="636600" y="1868349"/>
            <a:ext cx="8576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marR="0" lvl="0" indent="-3556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2000"/>
              <a:buFont typeface="Cambria"/>
              <a:buChar char="∙"/>
            </a:pPr>
            <a:r>
              <a:rPr lang="es-ES" sz="1800" b="1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Vista conversor</a:t>
            </a:r>
            <a:endParaRPr sz="2000" b="0" i="0" u="none" strike="noStrike" cap="none">
              <a:solidFill>
                <a:srgbClr val="3D3D3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E41941-05DD-5A8D-FAA4-4D6354B2CB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219" y="2403665"/>
            <a:ext cx="8275461" cy="4252638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7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634" name="Google Shape;634;p78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>
              <a:solidFill>
                <a:schemeClr val="dk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>
              <a:solidFill>
                <a:schemeClr val="dk1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chemeClr val="dk1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635" name="Google Shape;635;p78"/>
          <p:cNvSpPr txBox="1"/>
          <p:nvPr/>
        </p:nvSpPr>
        <p:spPr>
          <a:xfrm>
            <a:off x="636600" y="1868349"/>
            <a:ext cx="8576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marR="0" lvl="0" indent="-3556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2000"/>
              <a:buFont typeface="Cambria"/>
              <a:buChar char="∙"/>
            </a:pPr>
            <a:r>
              <a:rPr lang="es-ES" sz="1800" b="1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Vista catálogo</a:t>
            </a:r>
            <a:endParaRPr sz="2000" b="0" i="0" u="none" strike="noStrike" cap="none">
              <a:solidFill>
                <a:srgbClr val="3D3D3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993936-5E91-7F27-B4E8-F2D05C312F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001" y="2403665"/>
            <a:ext cx="8198888" cy="4207613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50"/>
          <p:cNvSpPr txBox="1">
            <a:spLocks noGrp="1"/>
          </p:cNvSpPr>
          <p:nvPr>
            <p:ph type="title"/>
          </p:nvPr>
        </p:nvSpPr>
        <p:spPr>
          <a:xfrm>
            <a:off x="514217" y="68780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04" name="Google Shape;404;p50"/>
          <p:cNvSpPr/>
          <p:nvPr/>
        </p:nvSpPr>
        <p:spPr>
          <a:xfrm>
            <a:off x="9316722" y="-3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>
              <a:solidFill>
                <a:srgbClr val="FFFF00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405" name="Google Shape;405;p50"/>
          <p:cNvSpPr txBox="1">
            <a:spLocks noGrp="1"/>
          </p:cNvSpPr>
          <p:nvPr>
            <p:ph type="body" idx="1"/>
          </p:nvPr>
        </p:nvSpPr>
        <p:spPr>
          <a:xfrm>
            <a:off x="514225" y="1888629"/>
            <a:ext cx="8589300" cy="11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/>
          </a:bodyPr>
          <a:lstStyle/>
          <a:p>
            <a:pPr marL="457200" marR="0" lvl="0" indent="-32791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64"/>
              <a:buFont typeface="Cambria"/>
              <a:buChar char="◼"/>
            </a:pPr>
            <a:r>
              <a:rPr lang="es-MX" sz="1564">
                <a:latin typeface="Cambria"/>
                <a:ea typeface="Cambria"/>
                <a:cs typeface="Cambria"/>
                <a:sym typeface="Cambria"/>
              </a:rPr>
              <a:t>Para el cliente móvil se agrega un proyecto Aplicación .NET MAUI Blazor Hybrid con el nombre SistemaConversorREST.UI.Mobile en 04. CLIMOV, con .NET 10.0 y destino net10.0-android.</a:t>
            </a:r>
            <a:endParaRPr sz="1564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32791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64"/>
              <a:buFont typeface="Cambria"/>
              <a:buChar char="◼"/>
            </a:pPr>
            <a:r>
              <a:rPr lang="es-MX" sz="1564">
                <a:latin typeface="Cambria"/>
                <a:ea typeface="Cambria"/>
                <a:cs typeface="Cambria"/>
                <a:sym typeface="Cambria"/>
              </a:rPr>
              <a:t>Igual que en escritorio, se agrega la referencia a SistemaConversorREST.UI.Shared y MainPage.xaml carga la vista Login como componente raíz.</a:t>
            </a:r>
            <a:endParaRPr sz="1564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353798-E1B2-78FF-84A3-1659BE6AA1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3656" y="3429000"/>
            <a:ext cx="4229207" cy="213152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1" name="Google Shape;641;p79"/>
          <p:cNvGraphicFramePr/>
          <p:nvPr>
            <p:extLst>
              <p:ext uri="{D42A27DB-BD31-4B8C-83A1-F6EECF244321}">
                <p14:modId xmlns:p14="http://schemas.microsoft.com/office/powerpoint/2010/main" val="2291739272"/>
              </p:ext>
            </p:extLst>
          </p:nvPr>
        </p:nvGraphicFramePr>
        <p:xfrm>
          <a:off x="2332838" y="2865288"/>
          <a:ext cx="6484300" cy="3243263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48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 builder = MauiApp.CreateBuilder();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// En el emulador Android, 10.0.2.2 apunta al localhost de la computadora anfitriona.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 string apiBaseAddress = "http://10.0.2.2:8096/";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 opciones = new OpcionesCliente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UrlServidor = apiBaseAddress,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NombreCliente = "Cliente móvil"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builder.Services.AddSingleton(opciones);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builder.Services.AddSingleton(new HttpClient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BaseAddress = new Uri(opciones.UrlServidor),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Timeout = TimeSpan.FromSeconds(20)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builder.Services.AddSingleton&lt;IAutenticacionRest, AdaptadorAutenticacionRest&gt;();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builder.Services.AddSingleton&lt;IConversionRest, AdaptadorConversionRest&gt;();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builder.UseMauiApp&lt;App&gt;();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builder.Services.AddMauiBlazorWebView();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return builder.Build();</a:t>
                      </a: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42" name="Google Shape;642;p7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643" name="Google Shape;643;p7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>
              <a:solidFill>
                <a:srgbClr val="FFFF00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644" name="Google Shape;644;p79"/>
          <p:cNvSpPr txBox="1"/>
          <p:nvPr/>
        </p:nvSpPr>
        <p:spPr>
          <a:xfrm>
            <a:off x="406975" y="1921878"/>
            <a:ext cx="8576700" cy="7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1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1.6</a:t>
            </a:r>
            <a:r>
              <a:rPr lang="es-ES" sz="1800" b="1" i="0" u="none" strike="noStrike" cap="none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 	CREACIÓN DEL PROYECTO – CLIENTE MÓVIL</a:t>
            </a:r>
            <a:br>
              <a:rPr lang="es-ES" sz="1800" b="1" i="0" u="none" strike="noStrike" cap="none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</a:br>
            <a:endParaRPr sz="1800" b="0" i="0" u="none" strike="noStrike" cap="none">
              <a:solidFill>
                <a:srgbClr val="3D3D3D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45" name="Google Shape;645;p79"/>
          <p:cNvSpPr txBox="1">
            <a:spLocks noGrp="1"/>
          </p:cNvSpPr>
          <p:nvPr>
            <p:ph type="body" idx="1"/>
          </p:nvPr>
        </p:nvSpPr>
        <p:spPr>
          <a:xfrm>
            <a:off x="122575" y="2429475"/>
            <a:ext cx="1643700" cy="3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E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continuación se detallarán las clases principales con su código fuente.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mbria"/>
              <a:buChar char="∙"/>
            </a:pPr>
            <a:endParaRPr sz="12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46" name="Google Shape;646;p79"/>
          <p:cNvSpPr txBox="1">
            <a:spLocks noGrp="1"/>
          </p:cNvSpPr>
          <p:nvPr>
            <p:ph type="body" idx="1"/>
          </p:nvPr>
        </p:nvSpPr>
        <p:spPr>
          <a:xfrm>
            <a:off x="581200" y="1902979"/>
            <a:ext cx="8589300" cy="11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3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●"/>
            </a:pPr>
            <a:r>
              <a:rPr lang="es-MX" sz="1564">
                <a:latin typeface="Cambria"/>
                <a:ea typeface="Cambria"/>
                <a:cs typeface="Cambria"/>
                <a:sym typeface="Cambria"/>
              </a:rPr>
              <a:t>Para el cliente móvil, MauiProgram registra los mismos adaptadores; en el emulador de Android, http://10.0.2.2:8096/ apunta al localhost del PC.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1" name="Google Shape;651;p80"/>
          <p:cNvGraphicFramePr/>
          <p:nvPr>
            <p:extLst>
              <p:ext uri="{D42A27DB-BD31-4B8C-83A1-F6EECF244321}">
                <p14:modId xmlns:p14="http://schemas.microsoft.com/office/powerpoint/2010/main" val="312311477"/>
              </p:ext>
            </p:extLst>
          </p:nvPr>
        </p:nvGraphicFramePr>
        <p:xfrm>
          <a:off x="2845682" y="3263594"/>
          <a:ext cx="5801512" cy="1722946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58015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&lt;!-- El </a:t>
                      </a:r>
                      <a:r>
                        <a:rPr lang="en-U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servidor</a:t>
                      </a:r>
                      <a:r>
                        <a:rPr lang="en-U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REST se publica por HTTP: se </a:t>
                      </a:r>
                      <a:r>
                        <a:rPr lang="en-U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permite</a:t>
                      </a:r>
                      <a:r>
                        <a:rPr lang="en-U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solo </a:t>
                      </a:r>
                      <a:r>
                        <a:rPr lang="en-U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hacia</a:t>
                      </a:r>
                      <a:r>
                        <a:rPr lang="en-U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estas</a:t>
                      </a:r>
                      <a:r>
                        <a:rPr lang="en-U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direcciones</a:t>
                      </a:r>
                      <a:r>
                        <a:rPr lang="en-U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locales --&gt;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&lt;network-security-config&gt;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&lt;domain-config </a:t>
                      </a:r>
                      <a:r>
                        <a:rPr lang="en-U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cleartextTrafficPermitted</a:t>
                      </a:r>
                      <a:r>
                        <a:rPr lang="en-U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="true"&gt;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&lt;!-- localhost del PC visto </a:t>
                      </a:r>
                      <a:r>
                        <a:rPr lang="en-U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desde</a:t>
                      </a:r>
                      <a:r>
                        <a:rPr lang="en-U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</a:t>
                      </a:r>
                      <a:r>
                        <a:rPr lang="en-U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emulador</a:t>
                      </a:r>
                      <a:r>
                        <a:rPr lang="en-U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de Android Studio --&gt;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&lt;domain </a:t>
                      </a:r>
                      <a:r>
                        <a:rPr lang="en-U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includeSubdomains</a:t>
                      </a:r>
                      <a:r>
                        <a:rPr lang="en-U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="false"&gt;10.0.2.2&lt;/domain&gt;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&lt;domain </a:t>
                      </a:r>
                      <a:r>
                        <a:rPr lang="en-U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includeSubdomains</a:t>
                      </a:r>
                      <a:r>
                        <a:rPr lang="en-U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="false"&gt;localhost&lt;/domain&gt;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&lt;/domain-config&gt;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&lt;/network-security-config&gt;</a:t>
                      </a: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52" name="Google Shape;652;p80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653" name="Google Shape;653;p80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>
              <a:solidFill>
                <a:srgbClr val="FFFF00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654" name="Google Shape;654;p80"/>
          <p:cNvSpPr txBox="1">
            <a:spLocks noGrp="1"/>
          </p:cNvSpPr>
          <p:nvPr>
            <p:ph type="body" idx="1"/>
          </p:nvPr>
        </p:nvSpPr>
        <p:spPr>
          <a:xfrm>
            <a:off x="122575" y="2429475"/>
            <a:ext cx="1986604" cy="3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ES" sz="16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continuación se detallarán las clases principales con su código fuente.</a:t>
            </a:r>
            <a:endParaRPr sz="16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mbria"/>
              <a:buChar char="∙"/>
            </a:pPr>
            <a:endParaRPr sz="168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8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668" name="Google Shape;668;p82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>
              <a:solidFill>
                <a:schemeClr val="dk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chemeClr val="lt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chemeClr val="dk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chemeClr val="dk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>
              <a:solidFill>
                <a:srgbClr val="FFFF00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chemeClr val="dk1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Segoe UI Symbol"/>
              <a:buChar char="◼"/>
            </a:pP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669" name="Google Shape;669;p82"/>
          <p:cNvSpPr txBox="1"/>
          <p:nvPr/>
        </p:nvSpPr>
        <p:spPr>
          <a:xfrm>
            <a:off x="636600" y="1868349"/>
            <a:ext cx="8576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marR="0" lvl="0" indent="-3556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2000"/>
              <a:buFont typeface="Cambria"/>
              <a:buChar char="∙"/>
            </a:pPr>
            <a:r>
              <a:rPr lang="es-ES" sz="1800" b="1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Vista login</a:t>
            </a:r>
            <a:endParaRPr sz="2000" b="0" i="0" u="none" strike="noStrike" cap="none">
              <a:solidFill>
                <a:srgbClr val="3D3D3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18C9AC-E887-B525-E7C2-0E70A76F6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6783" y="2011680"/>
            <a:ext cx="2176225" cy="4608385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8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CONCLUSIONES</a:t>
            </a:r>
            <a:endParaRPr/>
          </a:p>
        </p:txBody>
      </p:sp>
      <p:sp>
        <p:nvSpPr>
          <p:cNvPr id="692" name="Google Shape;692;p85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8589300" cy="36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MX" sz="1900">
                <a:latin typeface="Cambria"/>
                <a:ea typeface="Cambria"/>
                <a:cs typeface="Cambria"/>
                <a:sym typeface="Cambria"/>
              </a:rPr>
              <a:t>Se implementó un servicio web RESTful con ASP.NET Core Web API (.NET 8), sin base de datos y publicado en IIS, que centraliza la autenticación, la consulta de seis categorías y la conversión de longitud, masa y temperatura, cumpliendo los requisitos RQF-001 a RQF-010 de la ERS. Un filtro de autorización valida el token Bearer y los errores llegan como JSON con su código y estado HTTP. Se reutilizó el núcleo de dominio y el patrón Strategy de la versión SOAP cambiando solo la capa de exposición; la consola consume la API con HttpClient, mientras que escritorio, móvil y web reutilizan la biblioteca compartida de componentes Razor.</a:t>
            </a:r>
            <a:endParaRPr sz="1900"/>
          </a:p>
        </p:txBody>
      </p:sp>
      <p:sp>
        <p:nvSpPr>
          <p:cNvPr id="693" name="Google Shape;693;p8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Segoe UI Symbol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Segoe UI Symbol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8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RECOMENDACIONES</a:t>
            </a:r>
            <a:endParaRPr/>
          </a:p>
        </p:txBody>
      </p:sp>
      <p:sp>
        <p:nvSpPr>
          <p:cNvPr id="699" name="Google Shape;699;p86"/>
          <p:cNvSpPr txBox="1">
            <a:spLocks noGrp="1"/>
          </p:cNvSpPr>
          <p:nvPr>
            <p:ph type="body" idx="1"/>
          </p:nvPr>
        </p:nvSpPr>
        <p:spPr>
          <a:xfrm>
            <a:off x="581200" y="2025325"/>
            <a:ext cx="8500800" cy="42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900">
                <a:latin typeface="Cambria"/>
                <a:ea typeface="Cambria"/>
                <a:cs typeface="Cambria"/>
                <a:sym typeface="Cambria"/>
              </a:rPr>
              <a:t>Publicar la API con HTTPS (certificado en el enlace de IIS) antes de usarla fuera del entorno local, ya que las credenciales y el token Bearer viajan en texto plano por HTTP.</a:t>
            </a:r>
            <a:endParaRPr sz="190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900">
                <a:latin typeface="Cambria"/>
                <a:ea typeface="Cambria"/>
                <a:cs typeface="Cambria"/>
                <a:sym typeface="Cambria"/>
              </a:rPr>
              <a:t>Mantener sincronizadas las rutas y los DTO de los cuatro clientes con la API: cualquier cambio en rutas, propiedades JSON o códigos de error exige actualizar la consola y los adaptadores del proyecto compartido.</a:t>
            </a:r>
            <a:endParaRPr sz="190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>
                <a:latin typeface="Cambria"/>
                <a:ea typeface="Cambria"/>
                <a:cs typeface="Cambria"/>
                <a:sym typeface="Cambria"/>
              </a:rPr>
              <a:t> </a:t>
            </a:r>
            <a:endParaRPr sz="190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900">
                <a:latin typeface="Cambria"/>
                <a:ea typeface="Cambria"/>
                <a:cs typeface="Cambria"/>
                <a:sym typeface="Cambria"/>
              </a:rPr>
              <a:t>Actualizar los orígenes CORS en appsettings.json si se agregan clientes de navegador, e implementar en una segunda fase volumen, tiempo y área junto con la persistencia de credenciales y sesiones.</a:t>
            </a:r>
            <a:endParaRPr sz="19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00" name="Google Shape;700;p8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Segoe UI Symbol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Segoe UI Symbol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Segoe UI Symbol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C58AC93-68F8-4BC8-B59F-3438AB625EAB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6302d9f1-0fba-4ab3-b6c7-e4e1a69fbc0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5451</Words>
  <Application>Microsoft Office PowerPoint</Application>
  <PresentationFormat>Widescreen</PresentationFormat>
  <Paragraphs>935</Paragraphs>
  <Slides>47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4" baseType="lpstr">
      <vt:lpstr>Courier New</vt:lpstr>
      <vt:lpstr>Arial</vt:lpstr>
      <vt:lpstr>Calibri</vt:lpstr>
      <vt:lpstr>Gill Sans</vt:lpstr>
      <vt:lpstr>Cambria</vt:lpstr>
      <vt:lpstr>Segoe UI Symbol</vt:lpstr>
      <vt:lpstr>Dividendo</vt:lpstr>
      <vt:lpstr>MANUAL CONVERSIÓN UNIDADES RESTFUL DOTNET</vt:lpstr>
      <vt:lpstr>PowerPoint Presentation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CONCLUSIONES</vt:lpstr>
      <vt:lpstr>RECOMENDACIONES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MANUAL CONVERSIÓN UNIDADES RESTFUL DOTNET</dc:title>
  <cp:lastModifiedBy>Carlos Hernandez</cp:lastModifiedBy>
  <cp:revision>7</cp:revision>
  <dcterms:modified xsi:type="dcterms:W3CDTF">2026-10-28T13:57:50Z</dcterms:modified>
</cp:coreProperties>
</file>